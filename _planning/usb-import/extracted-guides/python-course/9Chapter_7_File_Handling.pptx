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4222918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18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42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11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607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799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859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93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735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87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587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746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660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43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196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3627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271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3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5428F22-76B3-4107-AADE-3F9EC95FD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346FBCF-5353-4172-96F5-4B7EB0777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17698" y="-12875"/>
            <a:ext cx="1953297" cy="6890194"/>
            <a:chOff x="2199787" y="-12875"/>
            <a:chExt cx="2679011" cy="6890194"/>
          </a:xfrm>
        </p:grpSpPr>
        <p:sp useBgFill="1">
          <p:nvSpPr>
            <p:cNvPr id="13" name="Rectangle 19">
              <a:extLst>
                <a:ext uri="{FF2B5EF4-FFF2-40B4-BE49-F238E27FC236}">
                  <a16:creationId xmlns:a16="http://schemas.microsoft.com/office/drawing/2014/main" id="{343F3E6D-808D-43AD-9485-AD0014BEA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199787" y="-12875"/>
              <a:ext cx="2679011" cy="5301468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  <a:gd name="connsiteX0" fmla="*/ 650979 w 2587151"/>
                <a:gd name="connsiteY0" fmla="*/ 0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650979 w 2587151"/>
                <a:gd name="connsiteY4" fmla="*/ 0 h 2554287"/>
                <a:gd name="connsiteX0" fmla="*/ 730379 w 2587151"/>
                <a:gd name="connsiteY0" fmla="*/ 5692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730379 w 2587151"/>
                <a:gd name="connsiteY4" fmla="*/ 5692 h 2554287"/>
                <a:gd name="connsiteX0" fmla="*/ 864750 w 2587151"/>
                <a:gd name="connsiteY0" fmla="*/ 2847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64750 w 2587151"/>
                <a:gd name="connsiteY4" fmla="*/ 2847 h 2554287"/>
                <a:gd name="connsiteX0" fmla="*/ 883073 w 2587151"/>
                <a:gd name="connsiteY0" fmla="*/ 1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83073 w 2587151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5750 h 2565670"/>
                <a:gd name="connsiteX4" fmla="*/ 895288 w 2611581"/>
                <a:gd name="connsiteY4" fmla="*/ 1 h 2565670"/>
                <a:gd name="connsiteX0" fmla="*/ 1544433 w 3260726"/>
                <a:gd name="connsiteY0" fmla="*/ 1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1544433 w 3260726"/>
                <a:gd name="connsiteY4" fmla="*/ 1 h 2565670"/>
                <a:gd name="connsiteX0" fmla="*/ 921784 w 3260726"/>
                <a:gd name="connsiteY0" fmla="*/ 12347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3260726"/>
                <a:gd name="connsiteY0" fmla="*/ 12347 h 2565670"/>
                <a:gd name="connsiteX1" fmla="*/ 2321160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2322228"/>
                <a:gd name="connsiteY0" fmla="*/ 12347 h 2565670"/>
                <a:gd name="connsiteX1" fmla="*/ 2321160 w 2322228"/>
                <a:gd name="connsiteY1" fmla="*/ 0 h 2565670"/>
                <a:gd name="connsiteX2" fmla="*/ 2320129 w 2322228"/>
                <a:gd name="connsiteY2" fmla="*/ 2565670 h 2565670"/>
                <a:gd name="connsiteX3" fmla="*/ 0 w 2322228"/>
                <a:gd name="connsiteY3" fmla="*/ 2521058 h 2565670"/>
                <a:gd name="connsiteX4" fmla="*/ 921784 w 2322228"/>
                <a:gd name="connsiteY4" fmla="*/ 12347 h 2565670"/>
                <a:gd name="connsiteX0" fmla="*/ 921784 w 2322228"/>
                <a:gd name="connsiteY0" fmla="*/ 0 h 2571841"/>
                <a:gd name="connsiteX1" fmla="*/ 2321160 w 2322228"/>
                <a:gd name="connsiteY1" fmla="*/ 6171 h 2571841"/>
                <a:gd name="connsiteX2" fmla="*/ 2320129 w 2322228"/>
                <a:gd name="connsiteY2" fmla="*/ 2571841 h 2571841"/>
                <a:gd name="connsiteX3" fmla="*/ 0 w 2322228"/>
                <a:gd name="connsiteY3" fmla="*/ 2527229 h 2571841"/>
                <a:gd name="connsiteX4" fmla="*/ 921784 w 2322228"/>
                <a:gd name="connsiteY4" fmla="*/ 0 h 2571841"/>
                <a:gd name="connsiteX0" fmla="*/ 921784 w 2611583"/>
                <a:gd name="connsiteY0" fmla="*/ 0 h 2540977"/>
                <a:gd name="connsiteX1" fmla="*/ 2321160 w 2611583"/>
                <a:gd name="connsiteY1" fmla="*/ 6171 h 2540977"/>
                <a:gd name="connsiteX2" fmla="*/ 2611583 w 2611583"/>
                <a:gd name="connsiteY2" fmla="*/ 2540977 h 2540977"/>
                <a:gd name="connsiteX3" fmla="*/ 0 w 2611583"/>
                <a:gd name="connsiteY3" fmla="*/ 2527229 h 2540977"/>
                <a:gd name="connsiteX4" fmla="*/ 921784 w 2611583"/>
                <a:gd name="connsiteY4" fmla="*/ 0 h 2540977"/>
                <a:gd name="connsiteX0" fmla="*/ 921784 w 2611583"/>
                <a:gd name="connsiteY0" fmla="*/ 2 h 2540979"/>
                <a:gd name="connsiteX1" fmla="*/ 2572870 w 2611583"/>
                <a:gd name="connsiteY1" fmla="*/ 0 h 2540979"/>
                <a:gd name="connsiteX2" fmla="*/ 2611583 w 2611583"/>
                <a:gd name="connsiteY2" fmla="*/ 2540979 h 2540979"/>
                <a:gd name="connsiteX3" fmla="*/ 0 w 2611583"/>
                <a:gd name="connsiteY3" fmla="*/ 2527231 h 2540979"/>
                <a:gd name="connsiteX4" fmla="*/ 921784 w 2611583"/>
                <a:gd name="connsiteY4" fmla="*/ 2 h 2540979"/>
                <a:gd name="connsiteX0" fmla="*/ 921784 w 2705467"/>
                <a:gd name="connsiteY0" fmla="*/ 0 h 2540977"/>
                <a:gd name="connsiteX1" fmla="*/ 2705349 w 2705467"/>
                <a:gd name="connsiteY1" fmla="*/ 6171 h 2540977"/>
                <a:gd name="connsiteX2" fmla="*/ 2611583 w 2705467"/>
                <a:gd name="connsiteY2" fmla="*/ 2540977 h 2540977"/>
                <a:gd name="connsiteX3" fmla="*/ 0 w 2705467"/>
                <a:gd name="connsiteY3" fmla="*/ 2527229 h 2540977"/>
                <a:gd name="connsiteX4" fmla="*/ 921784 w 2705467"/>
                <a:gd name="connsiteY4" fmla="*/ 0 h 2540977"/>
                <a:gd name="connsiteX0" fmla="*/ 921784 w 2718702"/>
                <a:gd name="connsiteY0" fmla="*/ 2 h 2540979"/>
                <a:gd name="connsiteX1" fmla="*/ 2718597 w 2718702"/>
                <a:gd name="connsiteY1" fmla="*/ 0 h 2540979"/>
                <a:gd name="connsiteX2" fmla="*/ 2611583 w 2718702"/>
                <a:gd name="connsiteY2" fmla="*/ 2540979 h 2540979"/>
                <a:gd name="connsiteX3" fmla="*/ 0 w 2718702"/>
                <a:gd name="connsiteY3" fmla="*/ 2527231 h 2540979"/>
                <a:gd name="connsiteX4" fmla="*/ 921784 w 2718702"/>
                <a:gd name="connsiteY4" fmla="*/ 2 h 2540979"/>
                <a:gd name="connsiteX0" fmla="*/ 921784 w 2679012"/>
                <a:gd name="connsiteY0" fmla="*/ 0 h 2540977"/>
                <a:gd name="connsiteX1" fmla="*/ 2678853 w 2679012"/>
                <a:gd name="connsiteY1" fmla="*/ 6171 h 2540977"/>
                <a:gd name="connsiteX2" fmla="*/ 2611583 w 2679012"/>
                <a:gd name="connsiteY2" fmla="*/ 2540977 h 2540977"/>
                <a:gd name="connsiteX3" fmla="*/ 0 w 2679012"/>
                <a:gd name="connsiteY3" fmla="*/ 2527229 h 2540977"/>
                <a:gd name="connsiteX4" fmla="*/ 921784 w 2679012"/>
                <a:gd name="connsiteY4" fmla="*/ 0 h 254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9012" h="2540977">
                  <a:moveTo>
                    <a:pt x="921784" y="0"/>
                  </a:moveTo>
                  <a:lnTo>
                    <a:pt x="2678853" y="6171"/>
                  </a:lnTo>
                  <a:cubicBezTo>
                    <a:pt x="2682925" y="861394"/>
                    <a:pt x="2607511" y="1685754"/>
                    <a:pt x="2611583" y="2540977"/>
                  </a:cubicBezTo>
                  <a:lnTo>
                    <a:pt x="0" y="2527229"/>
                  </a:lnTo>
                  <a:lnTo>
                    <a:pt x="921784" y="0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14598" r="-265621" b="-2868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4" name="Rectangle 20">
              <a:extLst>
                <a:ext uri="{FF2B5EF4-FFF2-40B4-BE49-F238E27FC236}">
                  <a16:creationId xmlns:a16="http://schemas.microsoft.com/office/drawing/2014/main" id="{03DB1AC6-5430-4CD3-BD83-86E675A11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211875" y="5257482"/>
              <a:ext cx="2586931" cy="1619837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81054 w 2720934"/>
                <a:gd name="connsiteY3" fmla="*/ 3638695 h 4303713"/>
                <a:gd name="connsiteX4" fmla="*/ 0 w 2720934"/>
                <a:gd name="connsiteY4" fmla="*/ 268283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64231 w 2720934"/>
                <a:gd name="connsiteY3" fmla="*/ 3717600 h 4303713"/>
                <a:gd name="connsiteX4" fmla="*/ 0 w 2720934"/>
                <a:gd name="connsiteY4" fmla="*/ 268283 h 4303713"/>
                <a:gd name="connsiteX0" fmla="*/ 0 w 2720934"/>
                <a:gd name="connsiteY0" fmla="*/ 268283 h 4335275"/>
                <a:gd name="connsiteX1" fmla="*/ 2720934 w 2720934"/>
                <a:gd name="connsiteY1" fmla="*/ 0 h 4335275"/>
                <a:gd name="connsiteX2" fmla="*/ 2653639 w 2720934"/>
                <a:gd name="connsiteY2" fmla="*/ 4335275 h 4335275"/>
                <a:gd name="connsiteX3" fmla="*/ 2264231 w 2720934"/>
                <a:gd name="connsiteY3" fmla="*/ 3717600 h 4335275"/>
                <a:gd name="connsiteX4" fmla="*/ 0 w 2720934"/>
                <a:gd name="connsiteY4" fmla="*/ 268283 h 4335275"/>
                <a:gd name="connsiteX0" fmla="*/ 0 w 2737757"/>
                <a:gd name="connsiteY0" fmla="*/ 236721 h 4335275"/>
                <a:gd name="connsiteX1" fmla="*/ 2737757 w 2737757"/>
                <a:gd name="connsiteY1" fmla="*/ 0 h 4335275"/>
                <a:gd name="connsiteX2" fmla="*/ 2670462 w 2737757"/>
                <a:gd name="connsiteY2" fmla="*/ 4335275 h 4335275"/>
                <a:gd name="connsiteX3" fmla="*/ 2281054 w 2737757"/>
                <a:gd name="connsiteY3" fmla="*/ 3717600 h 4335275"/>
                <a:gd name="connsiteX4" fmla="*/ 0 w 2737757"/>
                <a:gd name="connsiteY4" fmla="*/ 236721 h 4335275"/>
                <a:gd name="connsiteX0" fmla="*/ 0 w 2729346"/>
                <a:gd name="connsiteY0" fmla="*/ 0 h 4098554"/>
                <a:gd name="connsiteX1" fmla="*/ 2729346 w 2729346"/>
                <a:gd name="connsiteY1" fmla="*/ 126250 h 4098554"/>
                <a:gd name="connsiteX2" fmla="*/ 2670462 w 2729346"/>
                <a:gd name="connsiteY2" fmla="*/ 4098554 h 4098554"/>
                <a:gd name="connsiteX3" fmla="*/ 2281054 w 2729346"/>
                <a:gd name="connsiteY3" fmla="*/ 3480879 h 4098554"/>
                <a:gd name="connsiteX4" fmla="*/ 0 w 2729346"/>
                <a:gd name="connsiteY4" fmla="*/ 0 h 4098554"/>
                <a:gd name="connsiteX0" fmla="*/ 0 w 2720934"/>
                <a:gd name="connsiteY0" fmla="*/ 0 h 4098554"/>
                <a:gd name="connsiteX1" fmla="*/ 2720934 w 2720934"/>
                <a:gd name="connsiteY1" fmla="*/ 31562 h 4098554"/>
                <a:gd name="connsiteX2" fmla="*/ 2670462 w 2720934"/>
                <a:gd name="connsiteY2" fmla="*/ 4098554 h 4098554"/>
                <a:gd name="connsiteX3" fmla="*/ 2281054 w 2720934"/>
                <a:gd name="connsiteY3" fmla="*/ 3480879 h 4098554"/>
                <a:gd name="connsiteX4" fmla="*/ 0 w 2720934"/>
                <a:gd name="connsiteY4" fmla="*/ 0 h 4098554"/>
                <a:gd name="connsiteX0" fmla="*/ 0 w 2720934"/>
                <a:gd name="connsiteY0" fmla="*/ 15782 h 4114336"/>
                <a:gd name="connsiteX1" fmla="*/ 2720934 w 2720934"/>
                <a:gd name="connsiteY1" fmla="*/ 0 h 4114336"/>
                <a:gd name="connsiteX2" fmla="*/ 2670462 w 2720934"/>
                <a:gd name="connsiteY2" fmla="*/ 4114336 h 4114336"/>
                <a:gd name="connsiteX3" fmla="*/ 2281054 w 2720934"/>
                <a:gd name="connsiteY3" fmla="*/ 3496661 h 4114336"/>
                <a:gd name="connsiteX4" fmla="*/ 0 w 2720934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80409 w 2820289"/>
                <a:gd name="connsiteY3" fmla="*/ 3496661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3972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3721149"/>
                <a:gd name="connsiteY0" fmla="*/ 0 h 4269703"/>
                <a:gd name="connsiteX1" fmla="*/ 3721149 w 3721149"/>
                <a:gd name="connsiteY1" fmla="*/ 155367 h 4269703"/>
                <a:gd name="connsiteX2" fmla="*/ 3664832 w 3721149"/>
                <a:gd name="connsiteY2" fmla="*/ 4269703 h 4269703"/>
                <a:gd name="connsiteX3" fmla="*/ 3263736 w 3721149"/>
                <a:gd name="connsiteY3" fmla="*/ 3673347 h 4269703"/>
                <a:gd name="connsiteX4" fmla="*/ 0 w 3721149"/>
                <a:gd name="connsiteY4" fmla="*/ 0 h 4269703"/>
                <a:gd name="connsiteX0" fmla="*/ 0 w 3721149"/>
                <a:gd name="connsiteY0" fmla="*/ 0 h 4289488"/>
                <a:gd name="connsiteX1" fmla="*/ 3721149 w 3721149"/>
                <a:gd name="connsiteY1" fmla="*/ 155367 h 4289488"/>
                <a:gd name="connsiteX2" fmla="*/ 3664832 w 3721149"/>
                <a:gd name="connsiteY2" fmla="*/ 4269703 h 4289488"/>
                <a:gd name="connsiteX3" fmla="*/ 1705997 w 3721149"/>
                <a:gd name="connsiteY3" fmla="*/ 4289488 h 4289488"/>
                <a:gd name="connsiteX4" fmla="*/ 0 w 3721149"/>
                <a:gd name="connsiteY4" fmla="*/ 0 h 4289488"/>
                <a:gd name="connsiteX0" fmla="*/ 0 w 3664846"/>
                <a:gd name="connsiteY0" fmla="*/ 15785 h 4305273"/>
                <a:gd name="connsiteX1" fmla="*/ 3664846 w 3664846"/>
                <a:gd name="connsiteY1" fmla="*/ 0 h 4305273"/>
                <a:gd name="connsiteX2" fmla="*/ 3664832 w 3664846"/>
                <a:gd name="connsiteY2" fmla="*/ 4285488 h 4305273"/>
                <a:gd name="connsiteX3" fmla="*/ 1705997 w 3664846"/>
                <a:gd name="connsiteY3" fmla="*/ 4305273 h 4305273"/>
                <a:gd name="connsiteX4" fmla="*/ 0 w 3664846"/>
                <a:gd name="connsiteY4" fmla="*/ 15785 h 430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846" h="4305273">
                  <a:moveTo>
                    <a:pt x="0" y="15785"/>
                  </a:moveTo>
                  <a:lnTo>
                    <a:pt x="3664846" y="0"/>
                  </a:lnTo>
                  <a:cubicBezTo>
                    <a:pt x="3664841" y="1428496"/>
                    <a:pt x="3664837" y="2856992"/>
                    <a:pt x="3664832" y="4285488"/>
                  </a:cubicBezTo>
                  <a:lnTo>
                    <a:pt x="1705997" y="4305273"/>
                  </a:lnTo>
                  <a:lnTo>
                    <a:pt x="0" y="15785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63116" t="-323529" r="-39825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8326E10-C8CB-487F-A110-F861268DE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70459" y="0"/>
            <a:ext cx="1827609" cy="6858001"/>
            <a:chOff x="1320800" y="0"/>
            <a:chExt cx="2436813" cy="6858001"/>
          </a:xfrm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3279962B-46D2-4E19-B632-39B80D1E8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321A335A-53CB-4C17-AB51-5D9C2DCB4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A0E0D557-405B-469F-AEDE-4E3404AA4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D8D4E62F-9393-40A6-9E85-9F3B59C4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FABD11B1-DE89-45BC-8204-968C88AAD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AFA4965A-1FBC-44B8-B96A-3F5275C3A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799" y="685800"/>
            <a:ext cx="5509418" cy="1413933"/>
          </a:xfrm>
        </p:spPr>
        <p:txBody>
          <a:bodyPr>
            <a:normAutofit/>
          </a:bodyPr>
          <a:lstStyle/>
          <a:p>
            <a:r>
              <a:rPr lang="en-US" dirty="0"/>
              <a:t> What is File I/O?</a:t>
            </a:r>
          </a:p>
        </p:txBody>
      </p:sp>
      <p:pic>
        <p:nvPicPr>
          <p:cNvPr id="5" name="Picture 4" descr="Files">
            <a:extLst>
              <a:ext uri="{FF2B5EF4-FFF2-40B4-BE49-F238E27FC236}">
                <a16:creationId xmlns:a16="http://schemas.microsoft.com/office/drawing/2014/main" id="{57BD99D4-9A4B-68FB-00C9-D861536096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236" r="47512" b="-1"/>
          <a:stretch/>
        </p:blipFill>
        <p:spPr>
          <a:xfrm>
            <a:off x="20" y="10"/>
            <a:ext cx="2594352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2900" y="2048933"/>
            <a:ext cx="5744367" cy="3742267"/>
          </a:xfrm>
        </p:spPr>
        <p:txBody>
          <a:bodyPr>
            <a:normAutofit/>
          </a:bodyPr>
          <a:lstStyle/>
          <a:p>
            <a:endParaRPr lang="en-US"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/>
              <a:t>File I/O = Input and Output with files.</a:t>
            </a:r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/>
              <a:t>Think of it like opening a notebook, writing or reading pages.</a:t>
            </a:r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/>
              <a:t>Python can open, read, write, and append to files.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Opening and Reading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438401"/>
            <a:ext cx="8161867" cy="3561415"/>
          </a:xfrm>
        </p:spPr>
        <p:txBody>
          <a:bodyPr/>
          <a:lstStyle/>
          <a:p>
            <a:endParaRPr dirty="0"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Use open('filename.txt') to access a file.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Use .read(), .</a:t>
            </a:r>
            <a:r>
              <a:rPr dirty="0" err="1"/>
              <a:t>readline</a:t>
            </a:r>
            <a:r>
              <a:rPr dirty="0"/>
              <a:t>(), or .</a:t>
            </a:r>
            <a:r>
              <a:rPr dirty="0" err="1"/>
              <a:t>readlines</a:t>
            </a:r>
            <a:r>
              <a:rPr dirty="0"/>
              <a:t>() to get data.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Always close with </a:t>
            </a:r>
            <a:r>
              <a:rPr dirty="0" err="1"/>
              <a:t>file.close</a:t>
            </a:r>
            <a:r>
              <a:rPr dirty="0"/>
              <a:t>() or use a 'with' block.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03BF673-8C68-4092-BF1B-53C57EFE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B1BDB70B-F0E6-4867-818F-C582494FB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2812" y="0"/>
            <a:ext cx="8351188" cy="6858000"/>
          </a:xfrm>
          <a:custGeom>
            <a:avLst/>
            <a:gdLst>
              <a:gd name="connsiteX0" fmla="*/ 7627977 w 11134917"/>
              <a:gd name="connsiteY0" fmla="*/ 0 h 6858000"/>
              <a:gd name="connsiteX1" fmla="*/ 8129873 w 11134917"/>
              <a:gd name="connsiteY1" fmla="*/ 0 h 6858000"/>
              <a:gd name="connsiteX2" fmla="*/ 11134917 w 11134917"/>
              <a:gd name="connsiteY2" fmla="*/ 0 h 6858000"/>
              <a:gd name="connsiteX3" fmla="*/ 11134917 w 11134917"/>
              <a:gd name="connsiteY3" fmla="*/ 6858000 h 6858000"/>
              <a:gd name="connsiteX4" fmla="*/ 8129873 w 11134917"/>
              <a:gd name="connsiteY4" fmla="*/ 6858000 h 6858000"/>
              <a:gd name="connsiteX5" fmla="*/ 7627977 w 11134917"/>
              <a:gd name="connsiteY5" fmla="*/ 6858000 h 6858000"/>
              <a:gd name="connsiteX6" fmla="*/ 7627977 w 11134917"/>
              <a:gd name="connsiteY6" fmla="*/ 6857419 h 6858000"/>
              <a:gd name="connsiteX7" fmla="*/ 1921931 w 11134917"/>
              <a:gd name="connsiteY7" fmla="*/ 6850814 h 6858000"/>
              <a:gd name="connsiteX8" fmla="*/ 0 w 11134917"/>
              <a:gd name="connsiteY8" fmla="*/ 5325357 h 6858000"/>
              <a:gd name="connsiteX9" fmla="*/ 838199 w 11134917"/>
              <a:gd name="connsiteY9" fmla="*/ 7331 h 6858000"/>
              <a:gd name="connsiteX10" fmla="*/ 7627977 w 11134917"/>
              <a:gd name="connsiteY10" fmla="*/ 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134917" h="6858000">
                <a:moveTo>
                  <a:pt x="7627977" y="0"/>
                </a:moveTo>
                <a:lnTo>
                  <a:pt x="8129873" y="0"/>
                </a:lnTo>
                <a:lnTo>
                  <a:pt x="11134917" y="0"/>
                </a:lnTo>
                <a:lnTo>
                  <a:pt x="11134917" y="6858000"/>
                </a:lnTo>
                <a:lnTo>
                  <a:pt x="8129873" y="6858000"/>
                </a:lnTo>
                <a:lnTo>
                  <a:pt x="7627977" y="6858000"/>
                </a:lnTo>
                <a:lnTo>
                  <a:pt x="7627977" y="6857419"/>
                </a:lnTo>
                <a:lnTo>
                  <a:pt x="1921931" y="6850814"/>
                </a:lnTo>
                <a:lnTo>
                  <a:pt x="0" y="5325357"/>
                </a:lnTo>
                <a:lnTo>
                  <a:pt x="838199" y="7331"/>
                </a:lnTo>
                <a:lnTo>
                  <a:pt x="7627977" y="50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E52C707-F508-47B5-8864-8CC3EE0F0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9018" y="0"/>
            <a:ext cx="1827609" cy="6858001"/>
            <a:chOff x="1320800" y="0"/>
            <a:chExt cx="2436813" cy="6858001"/>
          </a:xfrm>
        </p:grpSpPr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066B5DD9-1C9B-4957-AF7C-8E11C7E88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8DF9D480-2CEE-4037-8C1B-6380686300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EBF6F7B8-E51D-495D-B944-B8E2E84C57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F43BB0F7-F9F4-4CFA-9277-2B671DC70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D51F18A6-D926-4462-B110-63097184F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ED77B4F5-55D8-444A-9EFF-CAAA8CD69F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0803" y="0"/>
            <a:ext cx="6974179" cy="1571625"/>
          </a:xfrm>
          <a:effectLst/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 Writing to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9580" y="1072609"/>
            <a:ext cx="7109600" cy="4522647"/>
          </a:xfrm>
        </p:spPr>
        <p:txBody>
          <a:bodyPr anchor="ctr">
            <a:normAutofit/>
          </a:bodyPr>
          <a:lstStyle/>
          <a:p>
            <a:endParaRPr lang="en-US" sz="2000" dirty="0"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sz="2000" dirty="0"/>
              <a:t>Use open('file.txt', 'w') to write (overwrites existing content).</a:t>
            </a:r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sz="2000" dirty="0" err="1"/>
              <a:t>file.write</a:t>
            </a:r>
            <a:r>
              <a:rPr lang="en-US" sz="2000" dirty="0"/>
              <a:t>('Hello') adds text to the file.</a:t>
            </a:r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sz="2000" dirty="0"/>
              <a:t>Remember to close or use 'with open()'.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Appending to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Use open('file.txt', 'a') to add content to the end of a file.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Useful for logs or journaling.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Each .write() adds new data without removing old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Using with open() Context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Preferred way to open files: auto-closes the file.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Example: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with open('file.txt') as f: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    data = f.read()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Handling File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Use try/except to catch file issues.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Example: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try: open('missing.txt')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except </a:t>
            </a:r>
            <a:r>
              <a:rPr dirty="0" err="1"/>
              <a:t>FileNotFoundError</a:t>
            </a:r>
            <a:r>
              <a:rPr dirty="0"/>
              <a:t>: print('Not found!')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Working with CSV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CSV = Comma-Separated Values, like a spreadsheet.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Use .split(',') to manually parse, or use the csv module.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import csv → use csv.reader or csv.writer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Lab: Journal Entry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Create a journaling tool that lets users: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 Add a new journal entry (append to file)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 View all entries (read from file)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Optional: add timestamps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Use 'with open()' and menu logic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95836"/>
            <a:ext cx="8256494" cy="1981200"/>
          </a:xfrm>
        </p:spPr>
        <p:txBody>
          <a:bodyPr/>
          <a:lstStyle/>
          <a:p>
            <a:r>
              <a:rPr dirty="0"/>
              <a:t>Review and Challenge: Log Analyzer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✅ Difference between 'w' and 'a'?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✅ How do you read a file line by line?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Challenge: Read a log file, count how many lines contain 'ERROR'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Print total and percentage of error lines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10</TotalTime>
  <Words>366</Words>
  <Application>Microsoft Office PowerPoint</Application>
  <PresentationFormat>On-screen Show (4:3)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Corbel</vt:lpstr>
      <vt:lpstr>Parallax</vt:lpstr>
      <vt:lpstr> What is File I/O?</vt:lpstr>
      <vt:lpstr>Opening and Reading Files</vt:lpstr>
      <vt:lpstr> Writing to Files</vt:lpstr>
      <vt:lpstr> Appending to Files</vt:lpstr>
      <vt:lpstr> Using with open() Context Manager</vt:lpstr>
      <vt:lpstr>Handling File Errors</vt:lpstr>
      <vt:lpstr>Working with CSV Files</vt:lpstr>
      <vt:lpstr>Project Lab: Journal Entry System</vt:lpstr>
      <vt:lpstr>Review and Challenge: Log Analyzer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Mora</cp:lastModifiedBy>
  <cp:revision>2</cp:revision>
  <dcterms:created xsi:type="dcterms:W3CDTF">2013-01-27T09:14:16Z</dcterms:created>
  <dcterms:modified xsi:type="dcterms:W3CDTF">2025-04-22T00:09:27Z</dcterms:modified>
  <cp:category/>
</cp:coreProperties>
</file>