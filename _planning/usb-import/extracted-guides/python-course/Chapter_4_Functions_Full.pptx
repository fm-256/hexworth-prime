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8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9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4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4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54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7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30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01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08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5381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42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7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76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18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3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804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0BDA80-627C-422A-AFFD-B7F1DC0F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998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690879"/>
            <a:ext cx="2761537" cy="5557519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4.1 - What is a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6499" y="690880"/>
            <a:ext cx="3710890" cy="5557519"/>
          </a:xfrm>
        </p:spPr>
        <p:txBody>
          <a:bodyPr anchor="ctr">
            <a:normAutofit/>
          </a:bodyPr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A function is a reusable block of code that performs a task.</a:t>
            </a:r>
            <a:endParaRPr lang="en-US"/>
          </a:p>
          <a:p>
            <a:pPr>
              <a:spcAft>
                <a:spcPts val="1000"/>
              </a:spcAft>
              <a:defRPr sz="2000"/>
            </a:pPr>
            <a:r>
              <a:t>Why use functions? To organize, reuse, and simplify code.</a:t>
            </a:r>
            <a:endParaRPr lang="en-US"/>
          </a:p>
          <a:p>
            <a:pPr>
              <a:spcAft>
                <a:spcPts val="1000"/>
              </a:spcAft>
              <a:defRPr sz="2000"/>
            </a:pPr>
            <a:r>
              <a:t>Real-world analogy: A recipe – inputs, steps, and results.</a:t>
            </a:r>
            <a:endParaRPr lang="en-US"/>
          </a:p>
          <a:p>
            <a:pPr>
              <a:spcAft>
                <a:spcPts val="1000"/>
              </a:spcAft>
              <a:defRPr sz="2000"/>
            </a:pPr>
            <a:r>
              <a:t>You 'call' the recipe when you want to cook something.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4.2 - Defining and Calling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1000"/>
              </a:spcAft>
              <a:defRPr sz="2000"/>
            </a:pPr>
            <a:r>
              <a:rPr dirty="0"/>
              <a:t>Use the def keyword:</a:t>
            </a:r>
          </a:p>
          <a:p>
            <a:pPr algn="l">
              <a:spcAft>
                <a:spcPts val="1000"/>
              </a:spcAft>
              <a:defRPr sz="2000"/>
            </a:pPr>
            <a:r>
              <a:rPr dirty="0"/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rPr dirty="0"/>
              <a:t>def greet():</a:t>
            </a:r>
          </a:p>
          <a:p>
            <a:pPr algn="l">
              <a:spcAft>
                <a:spcPts val="1000"/>
              </a:spcAft>
              <a:defRPr sz="2000"/>
            </a:pPr>
            <a:r>
              <a:rPr dirty="0"/>
              <a:t>    print("Hello!")</a:t>
            </a:r>
          </a:p>
          <a:p>
            <a:pPr algn="l">
              <a:spcAft>
                <a:spcPts val="1000"/>
              </a:spcAft>
              <a:defRPr sz="2000"/>
            </a:pPr>
            <a:r>
              <a:rPr dirty="0"/>
              <a:t>greet()  # calls the function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4.3 - Parameters and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Parameters go in the function definition (like placeholders).</a:t>
            </a:r>
          </a:p>
          <a:p>
            <a:pPr algn="l">
              <a:spcAft>
                <a:spcPts val="1000"/>
              </a:spcAft>
              <a:defRPr sz="2000"/>
            </a:pPr>
            <a:r>
              <a:t>Arguments are the actual values you pass in.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def greet(name):</a:t>
            </a:r>
          </a:p>
          <a:p>
            <a:pPr algn="l">
              <a:spcAft>
                <a:spcPts val="1000"/>
              </a:spcAft>
              <a:defRPr sz="2000"/>
            </a:pPr>
            <a:r>
              <a:t>    print("Hello,", name)</a:t>
            </a:r>
          </a:p>
          <a:p>
            <a:pPr algn="l">
              <a:spcAft>
                <a:spcPts val="1000"/>
              </a:spcAft>
              <a:defRPr sz="2000"/>
            </a:pPr>
            <a:r>
              <a:t>greet("Alice")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4.4 - The return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Use return to send data back from a function.</a:t>
            </a:r>
          </a:p>
          <a:p>
            <a:pPr algn="l">
              <a:spcAft>
                <a:spcPts val="1000"/>
              </a:spcAft>
              <a:defRPr sz="2000"/>
            </a:pPr>
            <a:r>
              <a:t>Returned values can be stored or used later.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def square(x):</a:t>
            </a:r>
          </a:p>
          <a:p>
            <a:pPr algn="l">
              <a:spcAft>
                <a:spcPts val="1000"/>
              </a:spcAft>
              <a:defRPr sz="2000"/>
            </a:pPr>
            <a:r>
              <a:t>    return x * x</a:t>
            </a:r>
          </a:p>
          <a:p>
            <a:pPr algn="l">
              <a:spcAft>
                <a:spcPts val="1000"/>
              </a:spcAft>
              <a:defRPr sz="2000"/>
            </a:pPr>
            <a:r>
              <a:t>result = square(4)  # result is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4.5 - Variable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Local variables exist only inside the function.</a:t>
            </a:r>
          </a:p>
          <a:p>
            <a:pPr algn="l">
              <a:spcAft>
                <a:spcPts val="1000"/>
              </a:spcAft>
              <a:defRPr sz="2000"/>
            </a:pPr>
            <a:r>
              <a:t>Global variables exist everywhere (avoid unless needed).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def test():</a:t>
            </a:r>
          </a:p>
          <a:p>
            <a:pPr algn="l">
              <a:spcAft>
                <a:spcPts val="1000"/>
              </a:spcAft>
              <a:defRPr sz="2000"/>
            </a:pPr>
            <a:r>
              <a:t>    x = 5  # local</a:t>
            </a:r>
          </a:p>
          <a:p>
            <a:pPr algn="l">
              <a:spcAft>
                <a:spcPts val="1000"/>
              </a:spcAft>
              <a:defRPr sz="2000"/>
            </a:pPr>
            <a:r>
              <a:t>print(x)  # error if x is only inside the function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4.6 - Default Parameters and *args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Default parameter values are optional arguments.</a:t>
            </a:r>
          </a:p>
          <a:p>
            <a:pPr algn="l">
              <a:spcAft>
                <a:spcPts val="1000"/>
              </a:spcAft>
              <a:defRPr sz="2000"/>
            </a:pPr>
            <a:r>
              <a:t>*args allows flexible argument counts.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def greet(name="Guest"):</a:t>
            </a:r>
          </a:p>
          <a:p>
            <a:pPr algn="l">
              <a:spcAft>
                <a:spcPts val="1000"/>
              </a:spcAft>
              <a:defRPr sz="2000"/>
            </a:pPr>
            <a:r>
              <a:t>    print("Hello,", name)</a:t>
            </a:r>
          </a:p>
          <a:p>
            <a:pPr algn="l">
              <a:spcAft>
                <a:spcPts val="1000"/>
              </a:spcAft>
              <a:defRPr sz="2000"/>
            </a:pPr>
            <a:r>
              <a:t>def add(*nums):</a:t>
            </a:r>
          </a:p>
          <a:p>
            <a:pPr algn="l">
              <a:spcAft>
                <a:spcPts val="1000"/>
              </a:spcAft>
              <a:defRPr sz="2000"/>
            </a:pPr>
            <a:r>
              <a:t>    print(sum(nums))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4.7 - Lambda (Anonymous Functions)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Short, unnamed function. One-liner.</a:t>
            </a:r>
          </a:p>
          <a:p>
            <a:pPr algn="l">
              <a:spcAft>
                <a:spcPts val="1000"/>
              </a:spcAft>
              <a:defRPr sz="2000"/>
            </a:pPr>
            <a:r>
              <a:t>Syntax: lambda arguments: expression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square = lambda x: x * x</a:t>
            </a:r>
          </a:p>
          <a:p>
            <a:pPr algn="l">
              <a:spcAft>
                <a:spcPts val="1000"/>
              </a:spcAft>
              <a:defRPr sz="2000"/>
            </a:pPr>
            <a:r>
              <a:t>print(square(3))  #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4.8 - Docstrings (Function Documentation)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Use triple quotes to document a function.</a:t>
            </a:r>
          </a:p>
          <a:p>
            <a:pPr algn="l">
              <a:spcAft>
                <a:spcPts val="1000"/>
              </a:spcAft>
              <a:defRPr sz="2000"/>
            </a:pPr>
            <a:r>
              <a:t>Access it with help(function_name).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def greet():</a:t>
            </a:r>
          </a:p>
          <a:p>
            <a:pPr algn="l">
              <a:spcAft>
                <a:spcPts val="1000"/>
              </a:spcAft>
              <a:defRPr sz="2000"/>
            </a:pPr>
            <a:r>
              <a:t>    '''This function prints a greeting.'''</a:t>
            </a:r>
          </a:p>
          <a:p>
            <a:pPr algn="l">
              <a:spcAft>
                <a:spcPts val="1000"/>
              </a:spcAft>
              <a:defRPr sz="2000"/>
            </a:pPr>
            <a:r>
              <a:t>    print("Hello!")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4.9 - Practice Lab: Function Menu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Build a menu-driven app with functions:</a:t>
            </a:r>
          </a:p>
          <a:p>
            <a:pPr algn="l">
              <a:spcAft>
                <a:spcPts val="1000"/>
              </a:spcAft>
              <a:defRPr sz="2000"/>
            </a:pPr>
            <a:r>
              <a:t>- Greet user</a:t>
            </a:r>
          </a:p>
          <a:p>
            <a:pPr algn="l">
              <a:spcAft>
                <a:spcPts val="1000"/>
              </a:spcAft>
              <a:defRPr sz="2000"/>
            </a:pPr>
            <a:r>
              <a:t>- Add numbers</a:t>
            </a:r>
          </a:p>
          <a:p>
            <a:pPr algn="l">
              <a:spcAft>
                <a:spcPts val="1000"/>
              </a:spcAft>
              <a:defRPr sz="2000"/>
            </a:pPr>
            <a:r>
              <a:t>- Convert text to uppercase</a:t>
            </a:r>
          </a:p>
          <a:p>
            <a:pPr algn="l">
              <a:spcAft>
                <a:spcPts val="1000"/>
              </a:spcAft>
              <a:defRPr sz="2000"/>
            </a:pPr>
            <a:r>
              <a:t>Each feature should be its own function.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4.10 - Review &amp;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✅ Know how to define and call functions</a:t>
            </a:r>
          </a:p>
          <a:p>
            <a:pPr algn="l">
              <a:spcAft>
                <a:spcPts val="1000"/>
              </a:spcAft>
              <a:defRPr sz="2000"/>
            </a:pPr>
            <a:r>
              <a:t>✅ Use return, parameters, and scope</a:t>
            </a:r>
          </a:p>
          <a:p>
            <a:pPr algn="l">
              <a:spcAft>
                <a:spcPts val="1000"/>
              </a:spcAft>
              <a:defRPr sz="2000"/>
            </a:pPr>
            <a:r>
              <a:t>Challenge:</a:t>
            </a:r>
          </a:p>
          <a:p>
            <a:pPr algn="l">
              <a:spcAft>
                <a:spcPts val="1000"/>
              </a:spcAft>
              <a:defRPr sz="2000"/>
            </a:pPr>
            <a:r>
              <a:t>Write a function that takes a name and any number of hobbies using *args, and returns a summary string.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119</TotalTime>
  <Words>426</Words>
  <Application>Microsoft Office PowerPoint</Application>
  <PresentationFormat>On-screen Show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4.1 - What is a Function?</vt:lpstr>
      <vt:lpstr>4.2 - Defining and Calling Functions</vt:lpstr>
      <vt:lpstr>4.3 - Parameters and Arguments</vt:lpstr>
      <vt:lpstr>4.4 - The return Statement</vt:lpstr>
      <vt:lpstr>4.5 - Variable Scope</vt:lpstr>
      <vt:lpstr>4.6 - Default Parameters and *args</vt:lpstr>
      <vt:lpstr>4.7 - Lambda (Anonymous Functions)</vt:lpstr>
      <vt:lpstr>4.8 - Docstrings (Function Documentation)</vt:lpstr>
      <vt:lpstr>4.9 - Practice Lab: Function Menu System</vt:lpstr>
      <vt:lpstr>4.10 - Review &amp; Challenge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Frank Mora</dc:creator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2025-04-15T02:10:47Z</dcterms:modified>
  <cp:category/>
</cp:coreProperties>
</file>