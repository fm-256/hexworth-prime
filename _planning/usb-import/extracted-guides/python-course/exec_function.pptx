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41586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1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81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8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2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6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8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1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63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02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77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86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15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6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8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exec()?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exec() is a built-in Python function.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It runs a string as if it's Python code.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Example: exec("print('Hello')") → prints Hello.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exec()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exec("x = 5; print(x * 2)") will execute both lines.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Can be used with multi-line code, loops, and imports.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Treats the string like real Python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 Cases for exec()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Dynamic code execution from input or files.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Creating </a:t>
            </a:r>
            <a:r>
              <a:rPr lang="en-US" dirty="0"/>
              <a:t>mini-interpreters</a:t>
            </a:r>
            <a:r>
              <a:rPr dirty="0"/>
              <a:t> or teaching tools.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Building dynamic scripting into apps.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Prototyping or code generators.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exec() Can Be Dangerous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⚠️ Runs any code you give it — no safety filter!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⚠️ Avoid using with user input or web content.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Can access your system, delete files, or leak data.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NEVER run exec() on untrusted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with exec()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Use only when absolutely necessary.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Validate input or restrict allowed operations.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Prefer safer options like eval() with literals.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Keep exec() isolated from critical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Executing Code From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code = "for i in range(3): print(i)"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exec(code) → outputs: 0, 1, 2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Used here to run a loop passed as a string.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</TotalTime>
  <Words>240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What is exec()?</vt:lpstr>
      <vt:lpstr>How exec() Works</vt:lpstr>
      <vt:lpstr>Use Cases for exec()</vt:lpstr>
      <vt:lpstr>Why exec() Can Be Dangerous</vt:lpstr>
      <vt:lpstr>Best Practices with exec()</vt:lpstr>
      <vt:lpstr>Example: Executing Code From a String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2025-04-17T03:50:58Z</dcterms:modified>
  <cp:category/>
</cp:coreProperties>
</file>