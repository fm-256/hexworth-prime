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6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2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0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6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0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1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5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65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9822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71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39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51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71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7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880" y="764372"/>
            <a:ext cx="5575552" cy="1432289"/>
          </a:xfrm>
        </p:spPr>
        <p:txBody>
          <a:bodyPr>
            <a:normAutofit/>
          </a:bodyPr>
          <a:lstStyle/>
          <a:p>
            <a:r>
              <a:rPr lang="en-US" sz="3100"/>
              <a:t>Tkinter askopenfilename() Explained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7880" y="2628900"/>
            <a:ext cx="5590558" cy="3589785"/>
          </a:xfrm>
        </p:spPr>
        <p:txBody>
          <a:bodyPr>
            <a:normAutofit/>
          </a:bodyPr>
          <a:lstStyle/>
          <a:p>
            <a:endParaRPr lang="en-US" sz="170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Use askopenfilename() to open a native file explorer dialog.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Comes from tkinter.filedialog module (built into Python).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Returns the full file path of the selected file as a string.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212" y="764373"/>
            <a:ext cx="7460428" cy="1293028"/>
          </a:xfrm>
        </p:spPr>
        <p:txBody>
          <a:bodyPr/>
          <a:lstStyle/>
          <a:p>
            <a:r>
              <a:rPr dirty="0"/>
              <a:t> Works Behind the Scenes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Tkinter</a:t>
            </a:r>
            <a:r>
              <a:rPr dirty="0"/>
              <a:t> launches a file dialog using your OS's native explorer.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2. The user selects a file and clicks 'Open'.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3. The function returns the file path for use in your program.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It does not read or open the file — just gives you the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788" y="764373"/>
            <a:ext cx="7352852" cy="1293028"/>
          </a:xfrm>
        </p:spPr>
        <p:txBody>
          <a:bodyPr/>
          <a:lstStyle/>
          <a:p>
            <a:r>
              <a:rPr dirty="0"/>
              <a:t>Th</a:t>
            </a:r>
            <a:r>
              <a:rPr lang="en-US" dirty="0"/>
              <a:t>e</a:t>
            </a:r>
            <a:r>
              <a:rPr dirty="0"/>
              <a:t> Core Function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66060"/>
            <a:ext cx="7955280" cy="4069080"/>
          </a:xfrm>
        </p:spPr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from </a:t>
            </a:r>
            <a:r>
              <a:rPr dirty="0" err="1"/>
              <a:t>tkinter.filedialog</a:t>
            </a:r>
            <a:r>
              <a:rPr dirty="0"/>
              <a:t> import </a:t>
            </a:r>
            <a:r>
              <a:rPr dirty="0" err="1"/>
              <a:t>askopenfilename</a:t>
            </a:r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 err="1"/>
              <a:t>file_path</a:t>
            </a:r>
            <a:r>
              <a:rPr dirty="0"/>
              <a:t> = </a:t>
            </a:r>
            <a:r>
              <a:rPr dirty="0" err="1"/>
              <a:t>askopenfilename</a:t>
            </a:r>
            <a:r>
              <a:rPr dirty="0"/>
              <a:t>(title="Select a file")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This opens the dialog and assigns the path to </a:t>
            </a:r>
            <a:r>
              <a:rPr dirty="0" err="1"/>
              <a:t>file_path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18" y="764373"/>
            <a:ext cx="7715922" cy="1293028"/>
          </a:xfrm>
        </p:spPr>
        <p:txBody>
          <a:bodyPr/>
          <a:lstStyle/>
          <a:p>
            <a:r>
              <a:rPr dirty="0"/>
              <a:t>Why Use </a:t>
            </a:r>
            <a:r>
              <a:rPr dirty="0" err="1"/>
              <a:t>root.withdraw</a:t>
            </a:r>
            <a:r>
              <a:rPr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 err="1"/>
              <a:t>Tkinter</a:t>
            </a:r>
            <a:r>
              <a:rPr dirty="0"/>
              <a:t> requires a root window to function.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root = </a:t>
            </a:r>
            <a:r>
              <a:rPr dirty="0" err="1"/>
              <a:t>tk.Tk</a:t>
            </a:r>
            <a:r>
              <a:rPr dirty="0"/>
              <a:t>() creates a hidden GUI anchor.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 err="1"/>
              <a:t>root.withdraw</a:t>
            </a:r>
            <a:r>
              <a:rPr dirty="0"/>
              <a:t>() hides the main window </a:t>
            </a:r>
            <a:endParaRPr lang="en-US"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we only want the dialog.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/>
              <a:t>Filtering for File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98" y="2194560"/>
            <a:ext cx="6468411" cy="4528969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Use filetypes parameter to restrict visible files.</a:t>
            </a:r>
            <a:endParaRPr lang="en-US" dirty="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filetypes=[("Text Files", "*.txt"), ("PDF Files", "*.pdf")]</a:t>
            </a:r>
            <a:endParaRPr lang="en-US" dirty="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Each item is a tuple: (label, pattern)</a:t>
            </a:r>
            <a:endParaRPr lang="en-US" dirty="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"*.*" shows all files.</a:t>
            </a:r>
            <a:endParaRPr lang="en-US" dirty="0"/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352B5177-DD12-B3E5-9CBF-A67297DB8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6410" y="1879160"/>
            <a:ext cx="1659591" cy="1659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Example with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/>
              <a:t> </a:t>
            </a:r>
            <a:r>
              <a:rPr dirty="0" err="1"/>
              <a:t>file_path</a:t>
            </a:r>
            <a:r>
              <a:rPr dirty="0"/>
              <a:t> = </a:t>
            </a:r>
            <a:r>
              <a:rPr dirty="0" err="1"/>
              <a:t>askopenfilename</a:t>
            </a:r>
            <a:r>
              <a:rPr dirty="0"/>
              <a:t>(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/>
              <a:t> </a:t>
            </a:r>
            <a:r>
              <a:rPr dirty="0"/>
              <a:t>    title="Select a file",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/>
              <a:t> </a:t>
            </a:r>
            <a:r>
              <a:rPr dirty="0"/>
              <a:t>    filetypes=[("Text Files", "*.txt"), ("PDF Files", "*.pdf"),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              ("All Files", "*.*")]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/>
              <a:t>   </a:t>
            </a:r>
            <a:r>
              <a:rPr dirty="0"/>
              <a:t>)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/>
              <a:t>#</a:t>
            </a:r>
            <a:r>
              <a:rPr dirty="0"/>
              <a:t>Returns the path of the selected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33314"/>
            <a:ext cx="6377940" cy="1293028"/>
          </a:xfrm>
        </p:spPr>
        <p:txBody>
          <a:bodyPr/>
          <a:lstStyle/>
          <a:p>
            <a:r>
              <a:rPr dirty="0"/>
              <a:t>Final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Use askopenfilename to simplify file input with GUI.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Add filtering to help users select the correct file types.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Use the file path in your program logic afterward.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✔ Avoid using this in headless environments (like servers).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</TotalTime>
  <Words>314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Tkinter askopenfilename() Explained</vt:lpstr>
      <vt:lpstr> Works Behind the Scenes</vt:lpstr>
      <vt:lpstr>The Core Function Call</vt:lpstr>
      <vt:lpstr>Why Use root.withdraw()</vt:lpstr>
      <vt:lpstr>Filtering for File Types</vt:lpstr>
      <vt:lpstr>Full Example with Filtering</vt:lpstr>
      <vt:lpstr>Final Thoughts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2025-04-17T03:43:49Z</dcterms:modified>
  <cp:category/>
</cp:coreProperties>
</file>