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13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72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8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5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0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7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14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9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72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53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16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87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9277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19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67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8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37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pPr algn="ctr"/>
            <a:r>
              <a:rPr dirty="0"/>
              <a:t> Random </a:t>
            </a:r>
            <a:r>
              <a:rPr lang="en-US" dirty="0"/>
              <a:t>module</a:t>
            </a:r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>
                <a:solidFill>
                  <a:schemeClr val="tx1"/>
                </a:solidFill>
              </a:rPr>
              <a:t>Python's random module includes functions to select items randomly.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>
                <a:solidFill>
                  <a:schemeClr val="tx1"/>
                </a:solidFill>
              </a:rPr>
              <a:t>choice() → single item,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>
                <a:solidFill>
                  <a:schemeClr val="tx1"/>
                </a:solidFill>
              </a:rPr>
              <a:t>choices() → multiple items (with replacement),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>
                <a:solidFill>
                  <a:schemeClr val="tx1"/>
                </a:solidFill>
              </a:rPr>
              <a:t>sample() → multiple items (no repeats).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random.choice()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Selects one random item from a sequence.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Example: random.choice(['A', 'B', 'C']) → 'B'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Useful when you just need one item like a raffle winner.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random.choices()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Selects k items from a sequence (can repeat).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Example: random.choices(['A', 'B', 'C'], k=2) → ['B', 'B']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when duplicates are okay or expected.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random.sample()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Selects k unique items from a sequence.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Example: random.sample(['A', 'B', 'C'], k=2) → ['C', 'A']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Raises error if k &gt; len(sequence).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Simulating drawings or games of chance.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Raffles, randomized testing, simulations.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Sampling data for experiments or statistics.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Quick way to shuffle or randomly reorder items.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7965141" cy="3767670"/>
          </a:xfrm>
        </p:spPr>
        <p:txBody>
          <a:bodyPr/>
          <a:lstStyle/>
          <a:p>
            <a:endParaRPr dirty="0"/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Use sample() if you want guaranteed unique items.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Use choices() if duplicates are allowed (more flexibility).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Don't confuse choice() with choices() — one is singular, the other is plural.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For weighted probabilities, use the weights= argument in choices().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</TotalTime>
  <Words>255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Slice</vt:lpstr>
      <vt:lpstr> Random module</vt:lpstr>
      <vt:lpstr>random.choice()</vt:lpstr>
      <vt:lpstr>random.choices()</vt:lpstr>
      <vt:lpstr>random.sample()</vt:lpstr>
      <vt:lpstr>Use Cases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2025-04-17T04:08:51Z</dcterms:modified>
  <cp:category/>
</cp:coreProperties>
</file>