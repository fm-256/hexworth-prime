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7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5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6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5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4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7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8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5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69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55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2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42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09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23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02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1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0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GUI = Graphical User Interface.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Uses windows, buttons, and text fields.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tkinter is the standard GUI toolkit in Python.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Why use a GUI? To make programs more user-friendly.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Starting a tkinter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import tkinter as tk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root = tk.Tk()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root.title("My App")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root.geometry("300x200")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root.mainloop()  # keeps the window running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Adding GUI Elements (Widgets)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label = tk.Label(root, text="Hello")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label.pack()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button = tk.Button(root, text="Click Me")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button.pack()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Handling Button Clicks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def greet():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print("Hello!")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button = tk.Button(root, text="Greet", command=greet)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button.pack()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Customizing Appearance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# Background color and font: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label = tk.Label(root, text="Hello", bg="lightblue", font=("Arial", 16))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# Button with custom color: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button = tk.Button(root, text="Click", bg="green", fg="white")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Full Example: Styled Menu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def greet(): messagebox.showinfo("Hi", "Welcome!")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tk.Button(root, text="Greet", command=greet,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      bg="navy", fg="white", font=("Verdana", 14)).pack(pady=10)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Try It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Create a label with red text and size 18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Add a green button that prints "Clicked!"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Use pack() to arrange your elements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# Tip: Use bg, fg, and font=(name, size)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Recap: GUI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Use bg and fg to change colors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Use font=("FontName", size) to change text style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Use pack(), grid(), or place() for layout</a:t>
            </a:r>
          </a:p>
          <a:p>
            <a:pPr algn="l">
              <a:spcAft>
                <a:spcPts val="10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Keep each function focused on one task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104</TotalTime>
  <Words>360</Words>
  <Application>Microsoft Office PowerPoint</Application>
  <PresentationFormat>On-screen Show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1. What is a GUI?</vt:lpstr>
      <vt:lpstr>2. Starting a tkinter GUI</vt:lpstr>
      <vt:lpstr>3. Adding GUI Elements (Widgets)</vt:lpstr>
      <vt:lpstr>4. Handling Button Clicks</vt:lpstr>
      <vt:lpstr>5. Customizing Appearance</vt:lpstr>
      <vt:lpstr>6. Full Example: Styled Menu App</vt:lpstr>
      <vt:lpstr>7. Try It Yourself</vt:lpstr>
      <vt:lpstr>8. Recap: GUI Styling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2025-04-15T02:10:56Z</dcterms:modified>
  <cp:category/>
</cp:coreProperties>
</file>