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6.1 - What Is a Dictionary?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Dictionaries store data in key-value pairs.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Think of it like a real dictionary: a word (key) maps to a definition (value).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Python syntax: { 'name': 'Alice', 'age': 25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6.2 - Creating and Accessing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curly braces or dict():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person = { 'name': 'Bob', 'age': 30 }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Access with keys: person['name'] → Bob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 .get('key') for safe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6.3 - Add, Update, and 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Add: dict['new_key'] = value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Update: dict['key'] = new_value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Delete: del dict['key']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Check existence with 'key' in dict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6.4 - Looping Through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Loop through keys: for key in dict: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Loop through values: for val in dict.values():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Loop through items: for k, v in dict.items():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6.5 - Dictionary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.keys() → returns all keys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.values() → returns all values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.items() → returns key-value pairs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.get(key, default) → avoids crash if key not found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6.6 - Nested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You can store dictionaries inside other dictionaries: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students = { 'Alice': {'age': 22, 'major': 'CS'} }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Access: students['Alice']['major'] → 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6.7 - Real-World Use: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JSON (JavaScript Object Notation) looks like a Python dictionary.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Used for APIs, configs, data transfer.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You can load JSON into a Python dict using json.loads()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6.8 - Project Lab: Contact Book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Build a contact manager that uses a dictionary to store names and numbers.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Add new contact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Update existing contact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View all contacts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- Delete a contact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6.9 - Review and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What happens when you access a missing key?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✅ How do you loop through both key and value?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Challenge: Create a student gradebook using a nested dictionary.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Let users enter names and grades, then view the average.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