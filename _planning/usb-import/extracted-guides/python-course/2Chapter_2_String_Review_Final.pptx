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6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0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6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8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7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8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4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6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2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09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3768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5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90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99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6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8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26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Chapter 2 Review: String Formatting &amp; Methods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548281"/>
            <a:ext cx="3841954" cy="3658689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800"/>
              </a:spcAft>
              <a:defRPr sz="2000"/>
            </a:pPr>
            <a:r>
              <a:t>Wrapping up key concepts before moving into Flow Control.</a:t>
            </a:r>
            <a:endParaRPr lang="en-US"/>
          </a:p>
        </p:txBody>
      </p:sp>
      <p:pic>
        <p:nvPicPr>
          <p:cNvPr id="7" name="Graphic 6" descr="Circles with Arrows">
            <a:extLst>
              <a:ext uri="{FF2B5EF4-FFF2-40B4-BE49-F238E27FC236}">
                <a16:creationId xmlns:a16="http://schemas.microsoft.com/office/drawing/2014/main" id="{8B3D01C0-820F-6697-4F5D-57C163990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2288" y="2548281"/>
            <a:ext cx="3662018" cy="3662018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f-Strings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Syntax: f"Hello, {name}!"</a:t>
            </a:r>
          </a:p>
          <a:p>
            <a:pPr algn="l">
              <a:spcAft>
                <a:spcPts val="800"/>
              </a:spcAft>
              <a:defRPr sz="2000"/>
            </a:pPr>
            <a:r>
              <a:t>Automatically inserts variable values.</a:t>
            </a:r>
          </a:p>
          <a:p>
            <a:pPr algn="l">
              <a:spcAft>
                <a:spcPts val="800"/>
              </a:spcAft>
              <a:defRPr sz="2000"/>
            </a:pPr>
            <a:r>
              <a:t>Example: name = "Alice" → f"Hello, {name}" = Hello, Alice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.format()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"Hello, {}".format(name)</a:t>
            </a:r>
          </a:p>
          <a:p>
            <a:pPr algn="l">
              <a:spcAft>
                <a:spcPts val="800"/>
              </a:spcAft>
              <a:defRPr sz="2000"/>
            </a:pPr>
            <a:r>
              <a:t>Works in all modern Python versions.</a:t>
            </a:r>
          </a:p>
          <a:p>
            <a:pPr algn="l">
              <a:spcAft>
                <a:spcPts val="800"/>
              </a:spcAft>
              <a:defRPr sz="2000"/>
            </a:pPr>
            <a:r>
              <a:t>Example: 'My age is {}'.format(30) → My age is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 Formatting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"Hello, %s" % name</a:t>
            </a:r>
          </a:p>
          <a:p>
            <a:pPr algn="l">
              <a:spcAft>
                <a:spcPts val="800"/>
              </a:spcAft>
              <a:defRPr sz="2000"/>
            </a:pPr>
            <a:r>
              <a:t>Mostly seen in older Python code.</a:t>
            </a:r>
          </a:p>
          <a:p>
            <a:pPr algn="l">
              <a:spcAft>
                <a:spcPts val="800"/>
              </a:spcAft>
              <a:defRPr sz="2000"/>
            </a:pPr>
            <a:r>
              <a:t>Supports formatting codes like %s, %d, %.2f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String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.upper(), .lower(), .title()</a:t>
            </a:r>
          </a:p>
          <a:p>
            <a:pPr algn="l">
              <a:spcAft>
                <a:spcPts val="800"/>
              </a:spcAft>
              <a:defRPr sz="2000"/>
            </a:pPr>
            <a:r>
              <a:t>.strip(), .replace(), .split(), .join()</a:t>
            </a:r>
          </a:p>
          <a:p>
            <a:pPr algn="l">
              <a:spcAft>
                <a:spcPts val="800"/>
              </a:spcAft>
              <a:defRPr sz="2000"/>
            </a:pPr>
            <a:r>
              <a:t>Used to clean, format, and manipulate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String Method Combo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text = "  hello world!  "</a:t>
            </a:r>
          </a:p>
          <a:p>
            <a:pPr algn="l">
              <a:spcAft>
                <a:spcPts val="800"/>
              </a:spcAft>
              <a:defRPr sz="2000"/>
            </a:pPr>
            <a:r>
              <a:t>clean = text.strip().title().replace(" ", "_")</a:t>
            </a:r>
          </a:p>
          <a:p>
            <a:pPr algn="l">
              <a:spcAft>
                <a:spcPts val="800"/>
              </a:spcAft>
              <a:defRPr sz="2000"/>
            </a:pPr>
            <a:r>
              <a:t>Result → 'Hello_World!'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Tools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✔ Use f-strings for readable formatting</a:t>
            </a:r>
          </a:p>
          <a:p>
            <a:pPr algn="l">
              <a:spcAft>
                <a:spcPts val="800"/>
              </a:spcAft>
              <a:defRPr sz="2000"/>
            </a:pPr>
            <a:r>
              <a:t>✔ .format() is flexible and widely supported</a:t>
            </a:r>
          </a:p>
          <a:p>
            <a:pPr algn="l">
              <a:spcAft>
                <a:spcPts val="800"/>
              </a:spcAft>
              <a:defRPr sz="2000"/>
            </a:pPr>
            <a:r>
              <a:t>✔ Know when to clean text with .strip(), .replace(), etc.</a:t>
            </a:r>
          </a:p>
          <a:p>
            <a:pPr algn="l">
              <a:spcAft>
                <a:spcPts val="800"/>
              </a:spcAft>
              <a:defRPr sz="2000"/>
            </a:pPr>
            <a:r>
              <a:t>✔ Strings are powerful for formatting output and input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227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Ion</vt:lpstr>
      <vt:lpstr>Chapter 2 Review: String Formatting &amp; Methods</vt:lpstr>
      <vt:lpstr>f-Strings (Recommended)</vt:lpstr>
      <vt:lpstr>The .format() Method</vt:lpstr>
      <vt:lpstr>% Formatting (Legacy)</vt:lpstr>
      <vt:lpstr>Common String Methods</vt:lpstr>
      <vt:lpstr>Example: String Method Combo</vt:lpstr>
      <vt:lpstr>String Tools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5</cp:revision>
  <dcterms:created xsi:type="dcterms:W3CDTF">2013-01-27T09:14:16Z</dcterms:created>
  <dcterms:modified xsi:type="dcterms:W3CDTF">2025-04-14T18:51:45Z</dcterms:modified>
  <cp:category/>
</cp:coreProperties>
</file>