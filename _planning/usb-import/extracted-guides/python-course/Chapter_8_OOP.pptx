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111E03-D683-4FFD-A917-D5A8DE47723F}" type="doc">
      <dgm:prSet loTypeId="urn:microsoft.com/office/officeart/2005/8/layout/vList2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7C02F68-7212-430E-80F3-A75F87118E94}">
      <dgm:prSet/>
      <dgm:spPr/>
      <dgm:t>
        <a:bodyPr/>
        <a:lstStyle/>
        <a:p>
          <a:r>
            <a:rPr lang="en-US"/>
            <a:t>OOP = Object-Oriented Programming.</a:t>
          </a:r>
        </a:p>
      </dgm:t>
    </dgm:pt>
    <dgm:pt modelId="{110CE03B-41F5-4B22-A02F-9EF124F78328}" type="parTrans" cxnId="{C0232E8A-B189-4181-9D2F-020362AFDD2D}">
      <dgm:prSet/>
      <dgm:spPr/>
      <dgm:t>
        <a:bodyPr/>
        <a:lstStyle/>
        <a:p>
          <a:endParaRPr lang="en-US"/>
        </a:p>
      </dgm:t>
    </dgm:pt>
    <dgm:pt modelId="{274A71F6-3567-422F-A48F-2CFB6937427F}" type="sibTrans" cxnId="{C0232E8A-B189-4181-9D2F-020362AFDD2D}">
      <dgm:prSet/>
      <dgm:spPr/>
      <dgm:t>
        <a:bodyPr/>
        <a:lstStyle/>
        <a:p>
          <a:endParaRPr lang="en-US"/>
        </a:p>
      </dgm:t>
    </dgm:pt>
    <dgm:pt modelId="{59717CA3-D8FC-4E5B-80F7-6067610C1C83}">
      <dgm:prSet/>
      <dgm:spPr/>
      <dgm:t>
        <a:bodyPr/>
        <a:lstStyle/>
        <a:p>
          <a:r>
            <a:rPr lang="en-US"/>
            <a:t>It organizes code using 'objects' based on real-world entities.</a:t>
          </a:r>
        </a:p>
      </dgm:t>
    </dgm:pt>
    <dgm:pt modelId="{6A7DB52B-3688-413C-AE14-14CFFF8D50E2}" type="parTrans" cxnId="{7DBF782A-38CC-436B-86AD-0CCDD7A991ED}">
      <dgm:prSet/>
      <dgm:spPr/>
      <dgm:t>
        <a:bodyPr/>
        <a:lstStyle/>
        <a:p>
          <a:endParaRPr lang="en-US"/>
        </a:p>
      </dgm:t>
    </dgm:pt>
    <dgm:pt modelId="{0EC0E68E-2CF3-4BA3-ACF5-7FD22092C6F7}" type="sibTrans" cxnId="{7DBF782A-38CC-436B-86AD-0CCDD7A991ED}">
      <dgm:prSet/>
      <dgm:spPr/>
      <dgm:t>
        <a:bodyPr/>
        <a:lstStyle/>
        <a:p>
          <a:endParaRPr lang="en-US"/>
        </a:p>
      </dgm:t>
    </dgm:pt>
    <dgm:pt modelId="{55786A7B-3BB8-4E3A-A482-27F23EA5C1E4}">
      <dgm:prSet/>
      <dgm:spPr/>
      <dgm:t>
        <a:bodyPr/>
        <a:lstStyle/>
        <a:p>
          <a:r>
            <a:rPr lang="en-US"/>
            <a:t>Analogy: A class is a blueprint, and an object is a house built from it.</a:t>
          </a:r>
        </a:p>
      </dgm:t>
    </dgm:pt>
    <dgm:pt modelId="{20D622FE-81B3-4A81-A4B6-392B0F7AF9B1}" type="parTrans" cxnId="{B17C4CB8-BAC2-41A3-947E-15B1E849075D}">
      <dgm:prSet/>
      <dgm:spPr/>
      <dgm:t>
        <a:bodyPr/>
        <a:lstStyle/>
        <a:p>
          <a:endParaRPr lang="en-US"/>
        </a:p>
      </dgm:t>
    </dgm:pt>
    <dgm:pt modelId="{517FB2BF-FE70-4AEB-A30C-AE1AAF9BBE4A}" type="sibTrans" cxnId="{B17C4CB8-BAC2-41A3-947E-15B1E849075D}">
      <dgm:prSet/>
      <dgm:spPr/>
      <dgm:t>
        <a:bodyPr/>
        <a:lstStyle/>
        <a:p>
          <a:endParaRPr lang="en-US"/>
        </a:p>
      </dgm:t>
    </dgm:pt>
    <dgm:pt modelId="{F69A7D3C-7AF9-4353-9DB9-DE8C692771A6}" type="pres">
      <dgm:prSet presAssocID="{08111E03-D683-4FFD-A917-D5A8DE47723F}" presName="linear" presStyleCnt="0">
        <dgm:presLayoutVars>
          <dgm:animLvl val="lvl"/>
          <dgm:resizeHandles val="exact"/>
        </dgm:presLayoutVars>
      </dgm:prSet>
      <dgm:spPr/>
    </dgm:pt>
    <dgm:pt modelId="{FC182CB8-9578-4515-A993-642F657788BA}" type="pres">
      <dgm:prSet presAssocID="{27C02F68-7212-430E-80F3-A75F87118E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FD87712-417F-4DDD-8F4C-1E3AF80EE348}" type="pres">
      <dgm:prSet presAssocID="{274A71F6-3567-422F-A48F-2CFB6937427F}" presName="spacer" presStyleCnt="0"/>
      <dgm:spPr/>
    </dgm:pt>
    <dgm:pt modelId="{84688C07-B259-4E5F-BB24-C2F45D40DC8F}" type="pres">
      <dgm:prSet presAssocID="{59717CA3-D8FC-4E5B-80F7-6067610C1C8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DD5E765-C734-44F1-9D8C-75F59C81D70B}" type="pres">
      <dgm:prSet presAssocID="{0EC0E68E-2CF3-4BA3-ACF5-7FD22092C6F7}" presName="spacer" presStyleCnt="0"/>
      <dgm:spPr/>
    </dgm:pt>
    <dgm:pt modelId="{75D8DAB0-B459-4949-B0C9-61F2E7E07D4A}" type="pres">
      <dgm:prSet presAssocID="{55786A7B-3BB8-4E3A-A482-27F23EA5C1E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DBF782A-38CC-436B-86AD-0CCDD7A991ED}" srcId="{08111E03-D683-4FFD-A917-D5A8DE47723F}" destId="{59717CA3-D8FC-4E5B-80F7-6067610C1C83}" srcOrd="1" destOrd="0" parTransId="{6A7DB52B-3688-413C-AE14-14CFFF8D50E2}" sibTransId="{0EC0E68E-2CF3-4BA3-ACF5-7FD22092C6F7}"/>
    <dgm:cxn modelId="{C5BC116B-A771-42AA-9F81-C25E656318EA}" type="presOf" srcId="{27C02F68-7212-430E-80F3-A75F87118E94}" destId="{FC182CB8-9578-4515-A993-642F657788BA}" srcOrd="0" destOrd="0" presId="urn:microsoft.com/office/officeart/2005/8/layout/vList2"/>
    <dgm:cxn modelId="{C0232E8A-B189-4181-9D2F-020362AFDD2D}" srcId="{08111E03-D683-4FFD-A917-D5A8DE47723F}" destId="{27C02F68-7212-430E-80F3-A75F87118E94}" srcOrd="0" destOrd="0" parTransId="{110CE03B-41F5-4B22-A02F-9EF124F78328}" sibTransId="{274A71F6-3567-422F-A48F-2CFB6937427F}"/>
    <dgm:cxn modelId="{D1715EB2-D125-4EB1-A43C-40983E336D56}" type="presOf" srcId="{59717CA3-D8FC-4E5B-80F7-6067610C1C83}" destId="{84688C07-B259-4E5F-BB24-C2F45D40DC8F}" srcOrd="0" destOrd="0" presId="urn:microsoft.com/office/officeart/2005/8/layout/vList2"/>
    <dgm:cxn modelId="{B17C4CB8-BAC2-41A3-947E-15B1E849075D}" srcId="{08111E03-D683-4FFD-A917-D5A8DE47723F}" destId="{55786A7B-3BB8-4E3A-A482-27F23EA5C1E4}" srcOrd="2" destOrd="0" parTransId="{20D622FE-81B3-4A81-A4B6-392B0F7AF9B1}" sibTransId="{517FB2BF-FE70-4AEB-A30C-AE1AAF9BBE4A}"/>
    <dgm:cxn modelId="{A4BB70EE-F17A-452D-A8A8-F97E7B287E0F}" type="presOf" srcId="{08111E03-D683-4FFD-A917-D5A8DE47723F}" destId="{F69A7D3C-7AF9-4353-9DB9-DE8C692771A6}" srcOrd="0" destOrd="0" presId="urn:microsoft.com/office/officeart/2005/8/layout/vList2"/>
    <dgm:cxn modelId="{69D259F2-7877-43AD-B25F-632156AD0E99}" type="presOf" srcId="{55786A7B-3BB8-4E3A-A482-27F23EA5C1E4}" destId="{75D8DAB0-B459-4949-B0C9-61F2E7E07D4A}" srcOrd="0" destOrd="0" presId="urn:microsoft.com/office/officeart/2005/8/layout/vList2"/>
    <dgm:cxn modelId="{90107811-CA70-4629-800E-3B3B8D919075}" type="presParOf" srcId="{F69A7D3C-7AF9-4353-9DB9-DE8C692771A6}" destId="{FC182CB8-9578-4515-A993-642F657788BA}" srcOrd="0" destOrd="0" presId="urn:microsoft.com/office/officeart/2005/8/layout/vList2"/>
    <dgm:cxn modelId="{564D03BA-76A6-4E9B-B6D4-2B922DA54901}" type="presParOf" srcId="{F69A7D3C-7AF9-4353-9DB9-DE8C692771A6}" destId="{FFD87712-417F-4DDD-8F4C-1E3AF80EE348}" srcOrd="1" destOrd="0" presId="urn:microsoft.com/office/officeart/2005/8/layout/vList2"/>
    <dgm:cxn modelId="{8CFB7A5C-9663-4523-B9BC-9849B4A51DAB}" type="presParOf" srcId="{F69A7D3C-7AF9-4353-9DB9-DE8C692771A6}" destId="{84688C07-B259-4E5F-BB24-C2F45D40DC8F}" srcOrd="2" destOrd="0" presId="urn:microsoft.com/office/officeart/2005/8/layout/vList2"/>
    <dgm:cxn modelId="{CFDF690A-C222-4B75-93D8-53B5BC0363B8}" type="presParOf" srcId="{F69A7D3C-7AF9-4353-9DB9-DE8C692771A6}" destId="{2DD5E765-C734-44F1-9D8C-75F59C81D70B}" srcOrd="3" destOrd="0" presId="urn:microsoft.com/office/officeart/2005/8/layout/vList2"/>
    <dgm:cxn modelId="{F4562FA8-D21F-48D4-801C-6A5F15C8F06E}" type="presParOf" srcId="{F69A7D3C-7AF9-4353-9DB9-DE8C692771A6}" destId="{75D8DAB0-B459-4949-B0C9-61F2E7E07D4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315490-50DA-4C8E-8D74-8AD662D60A0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BA6944C-DAA9-457C-BBD4-63C4BC742A98}">
      <dgm:prSet/>
      <dgm:spPr/>
      <dgm:t>
        <a:bodyPr/>
        <a:lstStyle/>
        <a:p>
          <a:r>
            <a:rPr lang="en-US"/>
            <a:t>__init__ is a constructor method.</a:t>
          </a:r>
        </a:p>
      </dgm:t>
    </dgm:pt>
    <dgm:pt modelId="{06219A97-B946-43EA-B7B4-BF1C41C35383}" type="parTrans" cxnId="{394B2B1A-ACA4-458D-9EA4-C23290126433}">
      <dgm:prSet/>
      <dgm:spPr/>
      <dgm:t>
        <a:bodyPr/>
        <a:lstStyle/>
        <a:p>
          <a:endParaRPr lang="en-US"/>
        </a:p>
      </dgm:t>
    </dgm:pt>
    <dgm:pt modelId="{805544D0-F030-4311-8CF6-BE8E07B9DE50}" type="sibTrans" cxnId="{394B2B1A-ACA4-458D-9EA4-C23290126433}">
      <dgm:prSet/>
      <dgm:spPr/>
      <dgm:t>
        <a:bodyPr/>
        <a:lstStyle/>
        <a:p>
          <a:endParaRPr lang="en-US"/>
        </a:p>
      </dgm:t>
    </dgm:pt>
    <dgm:pt modelId="{F0B0C201-286A-40A0-80DB-BDE672E7761F}">
      <dgm:prSet/>
      <dgm:spPr/>
      <dgm:t>
        <a:bodyPr/>
        <a:lstStyle/>
        <a:p>
          <a:r>
            <a:rPr lang="en-US"/>
            <a:t>It runs automatically when an object is created.</a:t>
          </a:r>
        </a:p>
      </dgm:t>
    </dgm:pt>
    <dgm:pt modelId="{CE1D5955-E532-4883-9162-CED22623D210}" type="parTrans" cxnId="{720DF5D7-3FB3-453D-BC91-8BE85C5DA4CB}">
      <dgm:prSet/>
      <dgm:spPr/>
      <dgm:t>
        <a:bodyPr/>
        <a:lstStyle/>
        <a:p>
          <a:endParaRPr lang="en-US"/>
        </a:p>
      </dgm:t>
    </dgm:pt>
    <dgm:pt modelId="{FB1F24A3-DC33-414C-A37E-2C20AECD729A}" type="sibTrans" cxnId="{720DF5D7-3FB3-453D-BC91-8BE85C5DA4CB}">
      <dgm:prSet/>
      <dgm:spPr/>
      <dgm:t>
        <a:bodyPr/>
        <a:lstStyle/>
        <a:p>
          <a:endParaRPr lang="en-US"/>
        </a:p>
      </dgm:t>
    </dgm:pt>
    <dgm:pt modelId="{0BE0D93D-AA4E-4AF1-BE42-7B000D680027}">
      <dgm:prSet/>
      <dgm:spPr/>
      <dgm:t>
        <a:bodyPr/>
        <a:lstStyle/>
        <a:p>
          <a:r>
            <a:rPr lang="en-US"/>
            <a:t>Used to set up initial values (attributes).</a:t>
          </a:r>
        </a:p>
      </dgm:t>
    </dgm:pt>
    <dgm:pt modelId="{6DED8E80-DD2B-4BFE-9E92-C6D2C3F2B92E}" type="parTrans" cxnId="{95BDF743-4CE7-474F-A31A-D491DB9AE834}">
      <dgm:prSet/>
      <dgm:spPr/>
      <dgm:t>
        <a:bodyPr/>
        <a:lstStyle/>
        <a:p>
          <a:endParaRPr lang="en-US"/>
        </a:p>
      </dgm:t>
    </dgm:pt>
    <dgm:pt modelId="{D43A8917-EFEE-46B9-BE34-FA47E9225D56}" type="sibTrans" cxnId="{95BDF743-4CE7-474F-A31A-D491DB9AE834}">
      <dgm:prSet/>
      <dgm:spPr/>
      <dgm:t>
        <a:bodyPr/>
        <a:lstStyle/>
        <a:p>
          <a:endParaRPr lang="en-US"/>
        </a:p>
      </dgm:t>
    </dgm:pt>
    <dgm:pt modelId="{F5C17F11-66C9-4CC2-9CBF-BEF4AF86E8F9}" type="pres">
      <dgm:prSet presAssocID="{7A315490-50DA-4C8E-8D74-8AD662D60A03}" presName="linear" presStyleCnt="0">
        <dgm:presLayoutVars>
          <dgm:animLvl val="lvl"/>
          <dgm:resizeHandles val="exact"/>
        </dgm:presLayoutVars>
      </dgm:prSet>
      <dgm:spPr/>
    </dgm:pt>
    <dgm:pt modelId="{EFCD2B84-5368-4FD0-B4B8-C17CF538E656}" type="pres">
      <dgm:prSet presAssocID="{5BA6944C-DAA9-457C-BBD4-63C4BC742A9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D1ACEC1-6419-42C2-B1BB-CA5C45D7215B}" type="pres">
      <dgm:prSet presAssocID="{805544D0-F030-4311-8CF6-BE8E07B9DE50}" presName="spacer" presStyleCnt="0"/>
      <dgm:spPr/>
    </dgm:pt>
    <dgm:pt modelId="{4EB7F0BD-053A-4CC7-8236-667E83F5D0A2}" type="pres">
      <dgm:prSet presAssocID="{F0B0C201-286A-40A0-80DB-BDE672E7761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41E7D74-D2A8-46E0-9FE6-FB99E202A561}" type="pres">
      <dgm:prSet presAssocID="{FB1F24A3-DC33-414C-A37E-2C20AECD729A}" presName="spacer" presStyleCnt="0"/>
      <dgm:spPr/>
    </dgm:pt>
    <dgm:pt modelId="{0AED1F09-9971-4D97-8964-9C1557B26E17}" type="pres">
      <dgm:prSet presAssocID="{0BE0D93D-AA4E-4AF1-BE42-7B000D68002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94B2B1A-ACA4-458D-9EA4-C23290126433}" srcId="{7A315490-50DA-4C8E-8D74-8AD662D60A03}" destId="{5BA6944C-DAA9-457C-BBD4-63C4BC742A98}" srcOrd="0" destOrd="0" parTransId="{06219A97-B946-43EA-B7B4-BF1C41C35383}" sibTransId="{805544D0-F030-4311-8CF6-BE8E07B9DE50}"/>
    <dgm:cxn modelId="{95BDF743-4CE7-474F-A31A-D491DB9AE834}" srcId="{7A315490-50DA-4C8E-8D74-8AD662D60A03}" destId="{0BE0D93D-AA4E-4AF1-BE42-7B000D680027}" srcOrd="2" destOrd="0" parTransId="{6DED8E80-DD2B-4BFE-9E92-C6D2C3F2B92E}" sibTransId="{D43A8917-EFEE-46B9-BE34-FA47E9225D56}"/>
    <dgm:cxn modelId="{E453544C-C13B-41BC-AF3E-2C4CE3640BF9}" type="presOf" srcId="{5BA6944C-DAA9-457C-BBD4-63C4BC742A98}" destId="{EFCD2B84-5368-4FD0-B4B8-C17CF538E656}" srcOrd="0" destOrd="0" presId="urn:microsoft.com/office/officeart/2005/8/layout/vList2"/>
    <dgm:cxn modelId="{1D79A082-807E-4A71-9870-27F1234692B1}" type="presOf" srcId="{7A315490-50DA-4C8E-8D74-8AD662D60A03}" destId="{F5C17F11-66C9-4CC2-9CBF-BEF4AF86E8F9}" srcOrd="0" destOrd="0" presId="urn:microsoft.com/office/officeart/2005/8/layout/vList2"/>
    <dgm:cxn modelId="{A5887E8B-E386-49E2-AFEA-192C2270B041}" type="presOf" srcId="{F0B0C201-286A-40A0-80DB-BDE672E7761F}" destId="{4EB7F0BD-053A-4CC7-8236-667E83F5D0A2}" srcOrd="0" destOrd="0" presId="urn:microsoft.com/office/officeart/2005/8/layout/vList2"/>
    <dgm:cxn modelId="{C748D8D0-E641-4400-901D-D7E5BBEA2B38}" type="presOf" srcId="{0BE0D93D-AA4E-4AF1-BE42-7B000D680027}" destId="{0AED1F09-9971-4D97-8964-9C1557B26E17}" srcOrd="0" destOrd="0" presId="urn:microsoft.com/office/officeart/2005/8/layout/vList2"/>
    <dgm:cxn modelId="{720DF5D7-3FB3-453D-BC91-8BE85C5DA4CB}" srcId="{7A315490-50DA-4C8E-8D74-8AD662D60A03}" destId="{F0B0C201-286A-40A0-80DB-BDE672E7761F}" srcOrd="1" destOrd="0" parTransId="{CE1D5955-E532-4883-9162-CED22623D210}" sibTransId="{FB1F24A3-DC33-414C-A37E-2C20AECD729A}"/>
    <dgm:cxn modelId="{38379B2C-D57E-4123-82FC-4A95FF11B8B1}" type="presParOf" srcId="{F5C17F11-66C9-4CC2-9CBF-BEF4AF86E8F9}" destId="{EFCD2B84-5368-4FD0-B4B8-C17CF538E656}" srcOrd="0" destOrd="0" presId="urn:microsoft.com/office/officeart/2005/8/layout/vList2"/>
    <dgm:cxn modelId="{F7A051AC-58D8-4515-A585-11ED1474182E}" type="presParOf" srcId="{F5C17F11-66C9-4CC2-9CBF-BEF4AF86E8F9}" destId="{DD1ACEC1-6419-42C2-B1BB-CA5C45D7215B}" srcOrd="1" destOrd="0" presId="urn:microsoft.com/office/officeart/2005/8/layout/vList2"/>
    <dgm:cxn modelId="{704D23E4-6148-41A5-A631-7C18A9F93F80}" type="presParOf" srcId="{F5C17F11-66C9-4CC2-9CBF-BEF4AF86E8F9}" destId="{4EB7F0BD-053A-4CC7-8236-667E83F5D0A2}" srcOrd="2" destOrd="0" presId="urn:microsoft.com/office/officeart/2005/8/layout/vList2"/>
    <dgm:cxn modelId="{28172E7F-FD92-43F9-9ABC-D4020C674776}" type="presParOf" srcId="{F5C17F11-66C9-4CC2-9CBF-BEF4AF86E8F9}" destId="{D41E7D74-D2A8-46E0-9FE6-FB99E202A561}" srcOrd="3" destOrd="0" presId="urn:microsoft.com/office/officeart/2005/8/layout/vList2"/>
    <dgm:cxn modelId="{3465FE96-4AD1-4544-A27E-941C561ACFE1}" type="presParOf" srcId="{F5C17F11-66C9-4CC2-9CBF-BEF4AF86E8F9}" destId="{0AED1F09-9971-4D97-8964-9C1557B26E1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751143-B01C-4B18-B28D-82C8ACF7AD12}" type="doc">
      <dgm:prSet loTypeId="urn:microsoft.com/office/officeart/2005/8/layout/vList2" loCatId="list" qsTypeId="urn:microsoft.com/office/officeart/2005/8/quickstyle/simple4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49745F51-1393-4DE6-8D56-7673BEC7D7D5}">
      <dgm:prSet/>
      <dgm:spPr/>
      <dgm:t>
        <a:bodyPr/>
        <a:lstStyle/>
        <a:p>
          <a:r>
            <a:rPr lang="en-US"/>
            <a:t>Instance variables store data specific to each object.</a:t>
          </a:r>
        </a:p>
      </dgm:t>
    </dgm:pt>
    <dgm:pt modelId="{1DF855EC-D38E-4FEB-A395-37D80A79B302}" type="parTrans" cxnId="{D63E01E9-B7C6-4C6A-8638-4ACF966F97C6}">
      <dgm:prSet/>
      <dgm:spPr/>
      <dgm:t>
        <a:bodyPr/>
        <a:lstStyle/>
        <a:p>
          <a:endParaRPr lang="en-US"/>
        </a:p>
      </dgm:t>
    </dgm:pt>
    <dgm:pt modelId="{59ED0603-B8A4-44EE-BAAA-349C683C35D6}" type="sibTrans" cxnId="{D63E01E9-B7C6-4C6A-8638-4ACF966F97C6}">
      <dgm:prSet/>
      <dgm:spPr/>
      <dgm:t>
        <a:bodyPr/>
        <a:lstStyle/>
        <a:p>
          <a:endParaRPr lang="en-US"/>
        </a:p>
      </dgm:t>
    </dgm:pt>
    <dgm:pt modelId="{EFDD3DA0-4AA9-4238-846C-734F2DE78B94}">
      <dgm:prSet/>
      <dgm:spPr/>
      <dgm:t>
        <a:bodyPr/>
        <a:lstStyle/>
        <a:p>
          <a:r>
            <a:rPr lang="en-US"/>
            <a:t>Methods are functions defined in a class.</a:t>
          </a:r>
        </a:p>
      </dgm:t>
    </dgm:pt>
    <dgm:pt modelId="{96D9D425-1253-4752-91AF-BC3EB24655CC}" type="parTrans" cxnId="{3B3B17F5-3586-428F-B29C-4DA836D091E0}">
      <dgm:prSet/>
      <dgm:spPr/>
      <dgm:t>
        <a:bodyPr/>
        <a:lstStyle/>
        <a:p>
          <a:endParaRPr lang="en-US"/>
        </a:p>
      </dgm:t>
    </dgm:pt>
    <dgm:pt modelId="{F3F489A4-6DC9-416D-82BC-3F5D5E96A4C0}" type="sibTrans" cxnId="{3B3B17F5-3586-428F-B29C-4DA836D091E0}">
      <dgm:prSet/>
      <dgm:spPr/>
      <dgm:t>
        <a:bodyPr/>
        <a:lstStyle/>
        <a:p>
          <a:endParaRPr lang="en-US"/>
        </a:p>
      </dgm:t>
    </dgm:pt>
    <dgm:pt modelId="{74E69621-6BB4-4E9F-9E8B-3976F6FDF09D}">
      <dgm:prSet/>
      <dgm:spPr/>
      <dgm:t>
        <a:bodyPr/>
        <a:lstStyle/>
        <a:p>
          <a:r>
            <a:rPr lang="en-US"/>
            <a:t>self refers to the current instance.</a:t>
          </a:r>
        </a:p>
      </dgm:t>
    </dgm:pt>
    <dgm:pt modelId="{EE4063F9-7670-4C6A-A879-D2EBBDA983BB}" type="parTrans" cxnId="{255942EE-E498-47B1-9A54-33E377ED873E}">
      <dgm:prSet/>
      <dgm:spPr/>
      <dgm:t>
        <a:bodyPr/>
        <a:lstStyle/>
        <a:p>
          <a:endParaRPr lang="en-US"/>
        </a:p>
      </dgm:t>
    </dgm:pt>
    <dgm:pt modelId="{AE274A51-96EF-4DD0-A164-E9DAE60060E1}" type="sibTrans" cxnId="{255942EE-E498-47B1-9A54-33E377ED873E}">
      <dgm:prSet/>
      <dgm:spPr/>
      <dgm:t>
        <a:bodyPr/>
        <a:lstStyle/>
        <a:p>
          <a:endParaRPr lang="en-US"/>
        </a:p>
      </dgm:t>
    </dgm:pt>
    <dgm:pt modelId="{663537F5-2516-4749-9E12-443A6DDF1DCF}" type="pres">
      <dgm:prSet presAssocID="{25751143-B01C-4B18-B28D-82C8ACF7AD12}" presName="linear" presStyleCnt="0">
        <dgm:presLayoutVars>
          <dgm:animLvl val="lvl"/>
          <dgm:resizeHandles val="exact"/>
        </dgm:presLayoutVars>
      </dgm:prSet>
      <dgm:spPr/>
    </dgm:pt>
    <dgm:pt modelId="{16C6721A-F941-425F-95F8-2DAAD5666C4E}" type="pres">
      <dgm:prSet presAssocID="{49745F51-1393-4DE6-8D56-7673BEC7D7D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67A5BFE-7DA1-47EE-B571-6EAB5A77FD42}" type="pres">
      <dgm:prSet presAssocID="{59ED0603-B8A4-44EE-BAAA-349C683C35D6}" presName="spacer" presStyleCnt="0"/>
      <dgm:spPr/>
    </dgm:pt>
    <dgm:pt modelId="{FA1F55D6-70A0-44CD-90F1-A335AE0A6B86}" type="pres">
      <dgm:prSet presAssocID="{EFDD3DA0-4AA9-4238-846C-734F2DE78B9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867F9A1-72CB-4383-AD7E-F1424D735F01}" type="pres">
      <dgm:prSet presAssocID="{F3F489A4-6DC9-416D-82BC-3F5D5E96A4C0}" presName="spacer" presStyleCnt="0"/>
      <dgm:spPr/>
    </dgm:pt>
    <dgm:pt modelId="{7BB9CB9C-4E32-4193-97D0-6A2BE603AB21}" type="pres">
      <dgm:prSet presAssocID="{74E69621-6BB4-4E9F-9E8B-3976F6FDF09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109EB46-0FD0-40F2-BFE8-9603B2847827}" type="presOf" srcId="{25751143-B01C-4B18-B28D-82C8ACF7AD12}" destId="{663537F5-2516-4749-9E12-443A6DDF1DCF}" srcOrd="0" destOrd="0" presId="urn:microsoft.com/office/officeart/2005/8/layout/vList2"/>
    <dgm:cxn modelId="{0E0E384B-310F-4C4A-881B-BA351022A6D9}" type="presOf" srcId="{EFDD3DA0-4AA9-4238-846C-734F2DE78B94}" destId="{FA1F55D6-70A0-44CD-90F1-A335AE0A6B86}" srcOrd="0" destOrd="0" presId="urn:microsoft.com/office/officeart/2005/8/layout/vList2"/>
    <dgm:cxn modelId="{D705F584-590D-4E2C-9D6D-E1E8B1A32368}" type="presOf" srcId="{74E69621-6BB4-4E9F-9E8B-3976F6FDF09D}" destId="{7BB9CB9C-4E32-4193-97D0-6A2BE603AB21}" srcOrd="0" destOrd="0" presId="urn:microsoft.com/office/officeart/2005/8/layout/vList2"/>
    <dgm:cxn modelId="{4D4E708B-3A46-46D0-B523-73B874080E70}" type="presOf" srcId="{49745F51-1393-4DE6-8D56-7673BEC7D7D5}" destId="{16C6721A-F941-425F-95F8-2DAAD5666C4E}" srcOrd="0" destOrd="0" presId="urn:microsoft.com/office/officeart/2005/8/layout/vList2"/>
    <dgm:cxn modelId="{D63E01E9-B7C6-4C6A-8638-4ACF966F97C6}" srcId="{25751143-B01C-4B18-B28D-82C8ACF7AD12}" destId="{49745F51-1393-4DE6-8D56-7673BEC7D7D5}" srcOrd="0" destOrd="0" parTransId="{1DF855EC-D38E-4FEB-A395-37D80A79B302}" sibTransId="{59ED0603-B8A4-44EE-BAAA-349C683C35D6}"/>
    <dgm:cxn modelId="{255942EE-E498-47B1-9A54-33E377ED873E}" srcId="{25751143-B01C-4B18-B28D-82C8ACF7AD12}" destId="{74E69621-6BB4-4E9F-9E8B-3976F6FDF09D}" srcOrd="2" destOrd="0" parTransId="{EE4063F9-7670-4C6A-A879-D2EBBDA983BB}" sibTransId="{AE274A51-96EF-4DD0-A164-E9DAE60060E1}"/>
    <dgm:cxn modelId="{3B3B17F5-3586-428F-B29C-4DA836D091E0}" srcId="{25751143-B01C-4B18-B28D-82C8ACF7AD12}" destId="{EFDD3DA0-4AA9-4238-846C-734F2DE78B94}" srcOrd="1" destOrd="0" parTransId="{96D9D425-1253-4752-91AF-BC3EB24655CC}" sibTransId="{F3F489A4-6DC9-416D-82BC-3F5D5E96A4C0}"/>
    <dgm:cxn modelId="{56B0BC06-0528-4317-A4A5-FFA5C0957203}" type="presParOf" srcId="{663537F5-2516-4749-9E12-443A6DDF1DCF}" destId="{16C6721A-F941-425F-95F8-2DAAD5666C4E}" srcOrd="0" destOrd="0" presId="urn:microsoft.com/office/officeart/2005/8/layout/vList2"/>
    <dgm:cxn modelId="{D3F88C6C-2ECB-4464-844C-FD70B41261F5}" type="presParOf" srcId="{663537F5-2516-4749-9E12-443A6DDF1DCF}" destId="{367A5BFE-7DA1-47EE-B571-6EAB5A77FD42}" srcOrd="1" destOrd="0" presId="urn:microsoft.com/office/officeart/2005/8/layout/vList2"/>
    <dgm:cxn modelId="{0F1D26BF-45D9-474F-8017-3677ACB97B9D}" type="presParOf" srcId="{663537F5-2516-4749-9E12-443A6DDF1DCF}" destId="{FA1F55D6-70A0-44CD-90F1-A335AE0A6B86}" srcOrd="2" destOrd="0" presId="urn:microsoft.com/office/officeart/2005/8/layout/vList2"/>
    <dgm:cxn modelId="{1D18665A-EC94-4C56-BACA-55C2F011B268}" type="presParOf" srcId="{663537F5-2516-4749-9E12-443A6DDF1DCF}" destId="{5867F9A1-72CB-4383-AD7E-F1424D735F01}" srcOrd="3" destOrd="0" presId="urn:microsoft.com/office/officeart/2005/8/layout/vList2"/>
    <dgm:cxn modelId="{167EDA14-97FD-40B1-A01D-4F74D9446E8A}" type="presParOf" srcId="{663537F5-2516-4749-9E12-443A6DDF1DCF}" destId="{7BB9CB9C-4E32-4193-97D0-6A2BE603AB2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55BCA08-6D13-4DB0-BFC6-C6BA5B9CBD8C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EB9DD18-6038-4777-BFB1-007804725DD3}">
      <dgm:prSet/>
      <dgm:spPr/>
      <dgm:t>
        <a:bodyPr/>
        <a:lstStyle/>
        <a:p>
          <a:r>
            <a:rPr lang="en-US"/>
            <a:t>Class variables are shared by all objects.</a:t>
          </a:r>
        </a:p>
      </dgm:t>
    </dgm:pt>
    <dgm:pt modelId="{03EE6728-E346-4BA3-8194-088729E5BC58}" type="parTrans" cxnId="{D2D8A269-3A2C-4E6B-ABD0-E51670071935}">
      <dgm:prSet/>
      <dgm:spPr/>
      <dgm:t>
        <a:bodyPr/>
        <a:lstStyle/>
        <a:p>
          <a:endParaRPr lang="en-US"/>
        </a:p>
      </dgm:t>
    </dgm:pt>
    <dgm:pt modelId="{C1F31366-670A-4B56-8087-2CEBA5F9E8C7}" type="sibTrans" cxnId="{D2D8A269-3A2C-4E6B-ABD0-E51670071935}">
      <dgm:prSet/>
      <dgm:spPr/>
      <dgm:t>
        <a:bodyPr/>
        <a:lstStyle/>
        <a:p>
          <a:endParaRPr lang="en-US"/>
        </a:p>
      </dgm:t>
    </dgm:pt>
    <dgm:pt modelId="{B44D0999-6331-4140-AA9E-2906AEDA36D3}">
      <dgm:prSet/>
      <dgm:spPr/>
      <dgm:t>
        <a:bodyPr/>
        <a:lstStyle/>
        <a:p>
          <a:r>
            <a:rPr lang="en-US"/>
            <a:t>Instance variables are unique to each object.</a:t>
          </a:r>
        </a:p>
      </dgm:t>
    </dgm:pt>
    <dgm:pt modelId="{989725FB-8A84-4899-9EEA-E82DFE3B6801}" type="parTrans" cxnId="{0EFB86D9-6B34-4781-806D-7D34B408FC08}">
      <dgm:prSet/>
      <dgm:spPr/>
      <dgm:t>
        <a:bodyPr/>
        <a:lstStyle/>
        <a:p>
          <a:endParaRPr lang="en-US"/>
        </a:p>
      </dgm:t>
    </dgm:pt>
    <dgm:pt modelId="{7A0A6FA0-A7DA-4CA0-A1F6-A1E25F2BC21F}" type="sibTrans" cxnId="{0EFB86D9-6B34-4781-806D-7D34B408FC08}">
      <dgm:prSet/>
      <dgm:spPr/>
      <dgm:t>
        <a:bodyPr/>
        <a:lstStyle/>
        <a:p>
          <a:endParaRPr lang="en-US"/>
        </a:p>
      </dgm:t>
    </dgm:pt>
    <dgm:pt modelId="{B826D88B-5693-43DB-ADDE-3D04D8DB6CE8}">
      <dgm:prSet/>
      <dgm:spPr/>
      <dgm:t>
        <a:bodyPr/>
        <a:lstStyle/>
        <a:p>
          <a:r>
            <a:rPr lang="en-US"/>
            <a:t>Use carefully to avoid unintended changes.</a:t>
          </a:r>
        </a:p>
      </dgm:t>
    </dgm:pt>
    <dgm:pt modelId="{71980BEA-428D-4580-BC32-AC4E87EE0808}" type="parTrans" cxnId="{7A09C6FD-A312-4136-9782-A3B626592A47}">
      <dgm:prSet/>
      <dgm:spPr/>
      <dgm:t>
        <a:bodyPr/>
        <a:lstStyle/>
        <a:p>
          <a:endParaRPr lang="en-US"/>
        </a:p>
      </dgm:t>
    </dgm:pt>
    <dgm:pt modelId="{89C2CF89-8476-46A9-8D05-C7F391C0CFFE}" type="sibTrans" cxnId="{7A09C6FD-A312-4136-9782-A3B626592A47}">
      <dgm:prSet/>
      <dgm:spPr/>
      <dgm:t>
        <a:bodyPr/>
        <a:lstStyle/>
        <a:p>
          <a:endParaRPr lang="en-US"/>
        </a:p>
      </dgm:t>
    </dgm:pt>
    <dgm:pt modelId="{8494130D-4ED3-4622-9E61-DDA30526F399}" type="pres">
      <dgm:prSet presAssocID="{555BCA08-6D13-4DB0-BFC6-C6BA5B9CBD8C}" presName="linear" presStyleCnt="0">
        <dgm:presLayoutVars>
          <dgm:animLvl val="lvl"/>
          <dgm:resizeHandles val="exact"/>
        </dgm:presLayoutVars>
      </dgm:prSet>
      <dgm:spPr/>
    </dgm:pt>
    <dgm:pt modelId="{4AFFB350-A6FA-4A5B-B40D-4897CFA6BDB9}" type="pres">
      <dgm:prSet presAssocID="{DEB9DD18-6038-4777-BFB1-007804725DD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28D8322-1AD8-4F1E-88A5-15DC2D814726}" type="pres">
      <dgm:prSet presAssocID="{C1F31366-670A-4B56-8087-2CEBA5F9E8C7}" presName="spacer" presStyleCnt="0"/>
      <dgm:spPr/>
    </dgm:pt>
    <dgm:pt modelId="{0301050D-2746-483E-BFD1-368D9E0EA226}" type="pres">
      <dgm:prSet presAssocID="{B44D0999-6331-4140-AA9E-2906AEDA36D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49DD493-3640-4B4D-A917-6009884B9D28}" type="pres">
      <dgm:prSet presAssocID="{7A0A6FA0-A7DA-4CA0-A1F6-A1E25F2BC21F}" presName="spacer" presStyleCnt="0"/>
      <dgm:spPr/>
    </dgm:pt>
    <dgm:pt modelId="{913941F6-CE6A-4FD3-940D-2B93482E22D0}" type="pres">
      <dgm:prSet presAssocID="{B826D88B-5693-43DB-ADDE-3D04D8DB6CE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92CEC0A-9D52-4482-AFFA-CD8C9C96E088}" type="presOf" srcId="{555BCA08-6D13-4DB0-BFC6-C6BA5B9CBD8C}" destId="{8494130D-4ED3-4622-9E61-DDA30526F399}" srcOrd="0" destOrd="0" presId="urn:microsoft.com/office/officeart/2005/8/layout/vList2"/>
    <dgm:cxn modelId="{D2D8A269-3A2C-4E6B-ABD0-E51670071935}" srcId="{555BCA08-6D13-4DB0-BFC6-C6BA5B9CBD8C}" destId="{DEB9DD18-6038-4777-BFB1-007804725DD3}" srcOrd="0" destOrd="0" parTransId="{03EE6728-E346-4BA3-8194-088729E5BC58}" sibTransId="{C1F31366-670A-4B56-8087-2CEBA5F9E8C7}"/>
    <dgm:cxn modelId="{94DAA3A5-0801-4EC9-80EF-155C52FEA57C}" type="presOf" srcId="{B826D88B-5693-43DB-ADDE-3D04D8DB6CE8}" destId="{913941F6-CE6A-4FD3-940D-2B93482E22D0}" srcOrd="0" destOrd="0" presId="urn:microsoft.com/office/officeart/2005/8/layout/vList2"/>
    <dgm:cxn modelId="{071A8AA8-A6F4-4E86-A070-535158994A89}" type="presOf" srcId="{DEB9DD18-6038-4777-BFB1-007804725DD3}" destId="{4AFFB350-A6FA-4A5B-B40D-4897CFA6BDB9}" srcOrd="0" destOrd="0" presId="urn:microsoft.com/office/officeart/2005/8/layout/vList2"/>
    <dgm:cxn modelId="{1D4341B3-FA06-4577-800F-5AF9417D8CB7}" type="presOf" srcId="{B44D0999-6331-4140-AA9E-2906AEDA36D3}" destId="{0301050D-2746-483E-BFD1-368D9E0EA226}" srcOrd="0" destOrd="0" presId="urn:microsoft.com/office/officeart/2005/8/layout/vList2"/>
    <dgm:cxn modelId="{0EFB86D9-6B34-4781-806D-7D34B408FC08}" srcId="{555BCA08-6D13-4DB0-BFC6-C6BA5B9CBD8C}" destId="{B44D0999-6331-4140-AA9E-2906AEDA36D3}" srcOrd="1" destOrd="0" parTransId="{989725FB-8A84-4899-9EEA-E82DFE3B6801}" sibTransId="{7A0A6FA0-A7DA-4CA0-A1F6-A1E25F2BC21F}"/>
    <dgm:cxn modelId="{7A09C6FD-A312-4136-9782-A3B626592A47}" srcId="{555BCA08-6D13-4DB0-BFC6-C6BA5B9CBD8C}" destId="{B826D88B-5693-43DB-ADDE-3D04D8DB6CE8}" srcOrd="2" destOrd="0" parTransId="{71980BEA-428D-4580-BC32-AC4E87EE0808}" sibTransId="{89C2CF89-8476-46A9-8D05-C7F391C0CFFE}"/>
    <dgm:cxn modelId="{ED12B307-BF40-4EDB-AA7D-A8EB5F3D572A}" type="presParOf" srcId="{8494130D-4ED3-4622-9E61-DDA30526F399}" destId="{4AFFB350-A6FA-4A5B-B40D-4897CFA6BDB9}" srcOrd="0" destOrd="0" presId="urn:microsoft.com/office/officeart/2005/8/layout/vList2"/>
    <dgm:cxn modelId="{617E77A0-0878-4AFF-B3ED-41E6E41D1CB9}" type="presParOf" srcId="{8494130D-4ED3-4622-9E61-DDA30526F399}" destId="{128D8322-1AD8-4F1E-88A5-15DC2D814726}" srcOrd="1" destOrd="0" presId="urn:microsoft.com/office/officeart/2005/8/layout/vList2"/>
    <dgm:cxn modelId="{F896F71D-9920-44BE-A148-3914318FEF85}" type="presParOf" srcId="{8494130D-4ED3-4622-9E61-DDA30526F399}" destId="{0301050D-2746-483E-BFD1-368D9E0EA226}" srcOrd="2" destOrd="0" presId="urn:microsoft.com/office/officeart/2005/8/layout/vList2"/>
    <dgm:cxn modelId="{70ABF58A-5DC0-464A-AEF8-DD530C63123E}" type="presParOf" srcId="{8494130D-4ED3-4622-9E61-DDA30526F399}" destId="{E49DD493-3640-4B4D-A917-6009884B9D28}" srcOrd="3" destOrd="0" presId="urn:microsoft.com/office/officeart/2005/8/layout/vList2"/>
    <dgm:cxn modelId="{EFBD7880-3D37-4CE8-9954-52FF160BD978}" type="presParOf" srcId="{8494130D-4ED3-4622-9E61-DDA30526F399}" destId="{913941F6-CE6A-4FD3-940D-2B93482E22D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05C7CAB-2653-439F-AF56-BC14D6891E4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2E366D0-A038-4968-A108-F03D8C9A2EAA}">
      <dgm:prSet/>
      <dgm:spPr/>
      <dgm:t>
        <a:bodyPr/>
        <a:lstStyle/>
        <a:p>
          <a:r>
            <a:rPr lang="en-US"/>
            <a:t>Use self to access variables and methods inside the class.</a:t>
          </a:r>
        </a:p>
      </dgm:t>
    </dgm:pt>
    <dgm:pt modelId="{25E9F7ED-3A71-41D7-BBD5-B8070F5521A3}" type="parTrans" cxnId="{639BC40F-2E14-4EC7-8C2F-691E00746AC7}">
      <dgm:prSet/>
      <dgm:spPr/>
      <dgm:t>
        <a:bodyPr/>
        <a:lstStyle/>
        <a:p>
          <a:endParaRPr lang="en-US"/>
        </a:p>
      </dgm:t>
    </dgm:pt>
    <dgm:pt modelId="{166D6B6C-FB15-42A0-BCAC-B50D06A912D2}" type="sibTrans" cxnId="{639BC40F-2E14-4EC7-8C2F-691E00746AC7}">
      <dgm:prSet/>
      <dgm:spPr/>
      <dgm:t>
        <a:bodyPr/>
        <a:lstStyle/>
        <a:p>
          <a:endParaRPr lang="en-US"/>
        </a:p>
      </dgm:t>
    </dgm:pt>
    <dgm:pt modelId="{5C882DCD-ADF6-4198-B04F-964DFC779B7D}">
      <dgm:prSet/>
      <dgm:spPr/>
      <dgm:t>
        <a:bodyPr/>
        <a:lstStyle/>
        <a:p>
          <a:r>
            <a:rPr lang="en-US"/>
            <a:t>Use dot notation to access object properties: obj.name, obj.method()</a:t>
          </a:r>
        </a:p>
      </dgm:t>
    </dgm:pt>
    <dgm:pt modelId="{50AEB786-D2D5-4ECC-8010-4A27BBF7E2D0}" type="parTrans" cxnId="{D4C3F9B5-50AF-4D99-9C9A-6ADF20DAE474}">
      <dgm:prSet/>
      <dgm:spPr/>
      <dgm:t>
        <a:bodyPr/>
        <a:lstStyle/>
        <a:p>
          <a:endParaRPr lang="en-US"/>
        </a:p>
      </dgm:t>
    </dgm:pt>
    <dgm:pt modelId="{31143287-964D-4BB0-99CE-CD8DD8899BCA}" type="sibTrans" cxnId="{D4C3F9B5-50AF-4D99-9C9A-6ADF20DAE474}">
      <dgm:prSet/>
      <dgm:spPr/>
      <dgm:t>
        <a:bodyPr/>
        <a:lstStyle/>
        <a:p>
          <a:endParaRPr lang="en-US"/>
        </a:p>
      </dgm:t>
    </dgm:pt>
    <dgm:pt modelId="{B91B672E-88BB-4556-8CD1-F6A8F08EDB2A}" type="pres">
      <dgm:prSet presAssocID="{E05C7CAB-2653-439F-AF56-BC14D6891E4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F4F1552-EF18-4A9F-98C6-8C1B0DFC6B43}" type="pres">
      <dgm:prSet presAssocID="{B2E366D0-A038-4968-A108-F03D8C9A2EAA}" presName="hierRoot1" presStyleCnt="0"/>
      <dgm:spPr/>
    </dgm:pt>
    <dgm:pt modelId="{3BE63DD6-3046-45F6-AEB6-90DB79ECF79B}" type="pres">
      <dgm:prSet presAssocID="{B2E366D0-A038-4968-A108-F03D8C9A2EAA}" presName="composite" presStyleCnt="0"/>
      <dgm:spPr/>
    </dgm:pt>
    <dgm:pt modelId="{6249B139-1B44-4C30-A378-41E593B12094}" type="pres">
      <dgm:prSet presAssocID="{B2E366D0-A038-4968-A108-F03D8C9A2EAA}" presName="background" presStyleLbl="node0" presStyleIdx="0" presStyleCnt="2"/>
      <dgm:spPr/>
    </dgm:pt>
    <dgm:pt modelId="{2244C143-D5C0-48B6-8558-4A7C70960CD6}" type="pres">
      <dgm:prSet presAssocID="{B2E366D0-A038-4968-A108-F03D8C9A2EAA}" presName="text" presStyleLbl="fgAcc0" presStyleIdx="0" presStyleCnt="2">
        <dgm:presLayoutVars>
          <dgm:chPref val="3"/>
        </dgm:presLayoutVars>
      </dgm:prSet>
      <dgm:spPr/>
    </dgm:pt>
    <dgm:pt modelId="{9DCB31C2-FA02-42AA-A39B-1B7587D8BF6C}" type="pres">
      <dgm:prSet presAssocID="{B2E366D0-A038-4968-A108-F03D8C9A2EAA}" presName="hierChild2" presStyleCnt="0"/>
      <dgm:spPr/>
    </dgm:pt>
    <dgm:pt modelId="{0C4F1AA7-0ED6-40C8-9901-BD62D0F34734}" type="pres">
      <dgm:prSet presAssocID="{5C882DCD-ADF6-4198-B04F-964DFC779B7D}" presName="hierRoot1" presStyleCnt="0"/>
      <dgm:spPr/>
    </dgm:pt>
    <dgm:pt modelId="{707A7B1A-F701-4C73-935E-0457D09AAE72}" type="pres">
      <dgm:prSet presAssocID="{5C882DCD-ADF6-4198-B04F-964DFC779B7D}" presName="composite" presStyleCnt="0"/>
      <dgm:spPr/>
    </dgm:pt>
    <dgm:pt modelId="{6844F632-E0FB-457E-AE81-ACE485EB9873}" type="pres">
      <dgm:prSet presAssocID="{5C882DCD-ADF6-4198-B04F-964DFC779B7D}" presName="background" presStyleLbl="node0" presStyleIdx="1" presStyleCnt="2"/>
      <dgm:spPr/>
    </dgm:pt>
    <dgm:pt modelId="{AA8FA823-8C91-46B3-BB20-5B2C38BAD40D}" type="pres">
      <dgm:prSet presAssocID="{5C882DCD-ADF6-4198-B04F-964DFC779B7D}" presName="text" presStyleLbl="fgAcc0" presStyleIdx="1" presStyleCnt="2">
        <dgm:presLayoutVars>
          <dgm:chPref val="3"/>
        </dgm:presLayoutVars>
      </dgm:prSet>
      <dgm:spPr/>
    </dgm:pt>
    <dgm:pt modelId="{7E51EDCE-5BD3-443D-B599-BA009FC78AB7}" type="pres">
      <dgm:prSet presAssocID="{5C882DCD-ADF6-4198-B04F-964DFC779B7D}" presName="hierChild2" presStyleCnt="0"/>
      <dgm:spPr/>
    </dgm:pt>
  </dgm:ptLst>
  <dgm:cxnLst>
    <dgm:cxn modelId="{639BC40F-2E14-4EC7-8C2F-691E00746AC7}" srcId="{E05C7CAB-2653-439F-AF56-BC14D6891E4A}" destId="{B2E366D0-A038-4968-A108-F03D8C9A2EAA}" srcOrd="0" destOrd="0" parTransId="{25E9F7ED-3A71-41D7-BBD5-B8070F5521A3}" sibTransId="{166D6B6C-FB15-42A0-BCAC-B50D06A912D2}"/>
    <dgm:cxn modelId="{20654719-E2F9-450D-8BAB-1C2B9DF41311}" type="presOf" srcId="{E05C7CAB-2653-439F-AF56-BC14D6891E4A}" destId="{B91B672E-88BB-4556-8CD1-F6A8F08EDB2A}" srcOrd="0" destOrd="0" presId="urn:microsoft.com/office/officeart/2005/8/layout/hierarchy1"/>
    <dgm:cxn modelId="{6775C064-EF46-4974-B663-396BDB7AEF2A}" type="presOf" srcId="{5C882DCD-ADF6-4198-B04F-964DFC779B7D}" destId="{AA8FA823-8C91-46B3-BB20-5B2C38BAD40D}" srcOrd="0" destOrd="0" presId="urn:microsoft.com/office/officeart/2005/8/layout/hierarchy1"/>
    <dgm:cxn modelId="{137BB0A4-2B4B-40D2-8C32-56A1AC48092B}" type="presOf" srcId="{B2E366D0-A038-4968-A108-F03D8C9A2EAA}" destId="{2244C143-D5C0-48B6-8558-4A7C70960CD6}" srcOrd="0" destOrd="0" presId="urn:microsoft.com/office/officeart/2005/8/layout/hierarchy1"/>
    <dgm:cxn modelId="{D4C3F9B5-50AF-4D99-9C9A-6ADF20DAE474}" srcId="{E05C7CAB-2653-439F-AF56-BC14D6891E4A}" destId="{5C882DCD-ADF6-4198-B04F-964DFC779B7D}" srcOrd="1" destOrd="0" parTransId="{50AEB786-D2D5-4ECC-8010-4A27BBF7E2D0}" sibTransId="{31143287-964D-4BB0-99CE-CD8DD8899BCA}"/>
    <dgm:cxn modelId="{9EC3D87E-5EA9-40B7-AC5A-3D96BB21FA38}" type="presParOf" srcId="{B91B672E-88BB-4556-8CD1-F6A8F08EDB2A}" destId="{CF4F1552-EF18-4A9F-98C6-8C1B0DFC6B43}" srcOrd="0" destOrd="0" presId="urn:microsoft.com/office/officeart/2005/8/layout/hierarchy1"/>
    <dgm:cxn modelId="{62412021-0488-4C36-A06D-99B19690F2FA}" type="presParOf" srcId="{CF4F1552-EF18-4A9F-98C6-8C1B0DFC6B43}" destId="{3BE63DD6-3046-45F6-AEB6-90DB79ECF79B}" srcOrd="0" destOrd="0" presId="urn:microsoft.com/office/officeart/2005/8/layout/hierarchy1"/>
    <dgm:cxn modelId="{7D5D62D8-965B-43D1-B418-AAC6A20D234E}" type="presParOf" srcId="{3BE63DD6-3046-45F6-AEB6-90DB79ECF79B}" destId="{6249B139-1B44-4C30-A378-41E593B12094}" srcOrd="0" destOrd="0" presId="urn:microsoft.com/office/officeart/2005/8/layout/hierarchy1"/>
    <dgm:cxn modelId="{C19242ED-E2D7-4F4D-9456-9C58EA23BB46}" type="presParOf" srcId="{3BE63DD6-3046-45F6-AEB6-90DB79ECF79B}" destId="{2244C143-D5C0-48B6-8558-4A7C70960CD6}" srcOrd="1" destOrd="0" presId="urn:microsoft.com/office/officeart/2005/8/layout/hierarchy1"/>
    <dgm:cxn modelId="{B427D461-00F3-4BC8-96CD-59400D3C14D8}" type="presParOf" srcId="{CF4F1552-EF18-4A9F-98C6-8C1B0DFC6B43}" destId="{9DCB31C2-FA02-42AA-A39B-1B7587D8BF6C}" srcOrd="1" destOrd="0" presId="urn:microsoft.com/office/officeart/2005/8/layout/hierarchy1"/>
    <dgm:cxn modelId="{11D11E03-14DA-4989-AE9C-CD1DD0788439}" type="presParOf" srcId="{B91B672E-88BB-4556-8CD1-F6A8F08EDB2A}" destId="{0C4F1AA7-0ED6-40C8-9901-BD62D0F34734}" srcOrd="1" destOrd="0" presId="urn:microsoft.com/office/officeart/2005/8/layout/hierarchy1"/>
    <dgm:cxn modelId="{BE341035-E734-46FC-9B8C-15CAB1DA2D4B}" type="presParOf" srcId="{0C4F1AA7-0ED6-40C8-9901-BD62D0F34734}" destId="{707A7B1A-F701-4C73-935E-0457D09AAE72}" srcOrd="0" destOrd="0" presId="urn:microsoft.com/office/officeart/2005/8/layout/hierarchy1"/>
    <dgm:cxn modelId="{88ADA389-41C0-444D-9EF8-5B45834E73A9}" type="presParOf" srcId="{707A7B1A-F701-4C73-935E-0457D09AAE72}" destId="{6844F632-E0FB-457E-AE81-ACE485EB9873}" srcOrd="0" destOrd="0" presId="urn:microsoft.com/office/officeart/2005/8/layout/hierarchy1"/>
    <dgm:cxn modelId="{9F323E88-FFAD-41E6-B256-8F723092AB17}" type="presParOf" srcId="{707A7B1A-F701-4C73-935E-0457D09AAE72}" destId="{AA8FA823-8C91-46B3-BB20-5B2C38BAD40D}" srcOrd="1" destOrd="0" presId="urn:microsoft.com/office/officeart/2005/8/layout/hierarchy1"/>
    <dgm:cxn modelId="{D625F6BF-F7FA-40A5-A243-BF762214607F}" type="presParOf" srcId="{0C4F1AA7-0ED6-40C8-9901-BD62D0F34734}" destId="{7E51EDCE-5BD3-443D-B599-BA009FC78AB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182CB8-9578-4515-A993-642F657788BA}">
      <dsp:nvSpPr>
        <dsp:cNvPr id="0" name=""/>
        <dsp:cNvSpPr/>
      </dsp:nvSpPr>
      <dsp:spPr>
        <a:xfrm>
          <a:off x="0" y="226308"/>
          <a:ext cx="5098904" cy="10342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OOP = Object-Oriented Programming.</a:t>
          </a:r>
        </a:p>
      </dsp:txBody>
      <dsp:txXfrm>
        <a:off x="50489" y="276797"/>
        <a:ext cx="4997926" cy="933302"/>
      </dsp:txXfrm>
    </dsp:sp>
    <dsp:sp modelId="{84688C07-B259-4E5F-BB24-C2F45D40DC8F}">
      <dsp:nvSpPr>
        <dsp:cNvPr id="0" name=""/>
        <dsp:cNvSpPr/>
      </dsp:nvSpPr>
      <dsp:spPr>
        <a:xfrm>
          <a:off x="0" y="1335468"/>
          <a:ext cx="5098904" cy="1034280"/>
        </a:xfrm>
        <a:prstGeom prst="roundRect">
          <a:avLst/>
        </a:prstGeom>
        <a:gradFill rotWithShape="0">
          <a:gsLst>
            <a:gs pos="0">
              <a:schemeClr val="accent2">
                <a:hueOff val="2340759"/>
                <a:satOff val="-2919"/>
                <a:lumOff val="68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2340759"/>
                <a:satOff val="-2919"/>
                <a:lumOff val="68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It organizes code using 'objects' based on real-world entities.</a:t>
          </a:r>
        </a:p>
      </dsp:txBody>
      <dsp:txXfrm>
        <a:off x="50489" y="1385957"/>
        <a:ext cx="4997926" cy="933302"/>
      </dsp:txXfrm>
    </dsp:sp>
    <dsp:sp modelId="{75D8DAB0-B459-4949-B0C9-61F2E7E07D4A}">
      <dsp:nvSpPr>
        <dsp:cNvPr id="0" name=""/>
        <dsp:cNvSpPr/>
      </dsp:nvSpPr>
      <dsp:spPr>
        <a:xfrm>
          <a:off x="0" y="2444628"/>
          <a:ext cx="5098904" cy="1034280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Analogy: A class is a blueprint, and an object is a house built from it.</a:t>
          </a:r>
        </a:p>
      </dsp:txBody>
      <dsp:txXfrm>
        <a:off x="50489" y="2495117"/>
        <a:ext cx="4997926" cy="9333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CD2B84-5368-4FD0-B4B8-C17CF538E656}">
      <dsp:nvSpPr>
        <dsp:cNvPr id="0" name=""/>
        <dsp:cNvSpPr/>
      </dsp:nvSpPr>
      <dsp:spPr>
        <a:xfrm>
          <a:off x="0" y="38658"/>
          <a:ext cx="5098904" cy="11536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__init__ is a constructor method.</a:t>
          </a:r>
        </a:p>
      </dsp:txBody>
      <dsp:txXfrm>
        <a:off x="56315" y="94973"/>
        <a:ext cx="4986274" cy="1040990"/>
      </dsp:txXfrm>
    </dsp:sp>
    <dsp:sp modelId="{4EB7F0BD-053A-4CC7-8236-667E83F5D0A2}">
      <dsp:nvSpPr>
        <dsp:cNvPr id="0" name=""/>
        <dsp:cNvSpPr/>
      </dsp:nvSpPr>
      <dsp:spPr>
        <a:xfrm>
          <a:off x="0" y="1275798"/>
          <a:ext cx="5098904" cy="115362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It runs automatically when an object is created.</a:t>
          </a:r>
        </a:p>
      </dsp:txBody>
      <dsp:txXfrm>
        <a:off x="56315" y="1332113"/>
        <a:ext cx="4986274" cy="1040990"/>
      </dsp:txXfrm>
    </dsp:sp>
    <dsp:sp modelId="{0AED1F09-9971-4D97-8964-9C1557B26E17}">
      <dsp:nvSpPr>
        <dsp:cNvPr id="0" name=""/>
        <dsp:cNvSpPr/>
      </dsp:nvSpPr>
      <dsp:spPr>
        <a:xfrm>
          <a:off x="0" y="2512938"/>
          <a:ext cx="5098904" cy="11536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Used to set up initial values (attributes).</a:t>
          </a:r>
        </a:p>
      </dsp:txBody>
      <dsp:txXfrm>
        <a:off x="56315" y="2569253"/>
        <a:ext cx="4986274" cy="10409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C6721A-F941-425F-95F8-2DAAD5666C4E}">
      <dsp:nvSpPr>
        <dsp:cNvPr id="0" name=""/>
        <dsp:cNvSpPr/>
      </dsp:nvSpPr>
      <dsp:spPr>
        <a:xfrm>
          <a:off x="0" y="38658"/>
          <a:ext cx="5098904" cy="11536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Instance variables store data specific to each object.</a:t>
          </a:r>
        </a:p>
      </dsp:txBody>
      <dsp:txXfrm>
        <a:off x="56315" y="94973"/>
        <a:ext cx="4986274" cy="1040990"/>
      </dsp:txXfrm>
    </dsp:sp>
    <dsp:sp modelId="{FA1F55D6-70A0-44CD-90F1-A335AE0A6B86}">
      <dsp:nvSpPr>
        <dsp:cNvPr id="0" name=""/>
        <dsp:cNvSpPr/>
      </dsp:nvSpPr>
      <dsp:spPr>
        <a:xfrm>
          <a:off x="0" y="1275798"/>
          <a:ext cx="5098904" cy="11536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Methods are functions defined in a class.</a:t>
          </a:r>
        </a:p>
      </dsp:txBody>
      <dsp:txXfrm>
        <a:off x="56315" y="1332113"/>
        <a:ext cx="4986274" cy="1040990"/>
      </dsp:txXfrm>
    </dsp:sp>
    <dsp:sp modelId="{7BB9CB9C-4E32-4193-97D0-6A2BE603AB21}">
      <dsp:nvSpPr>
        <dsp:cNvPr id="0" name=""/>
        <dsp:cNvSpPr/>
      </dsp:nvSpPr>
      <dsp:spPr>
        <a:xfrm>
          <a:off x="0" y="2512938"/>
          <a:ext cx="5098904" cy="11536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self refers to the current instance.</a:t>
          </a:r>
        </a:p>
      </dsp:txBody>
      <dsp:txXfrm>
        <a:off x="56315" y="2569253"/>
        <a:ext cx="4986274" cy="10409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FFB350-A6FA-4A5B-B40D-4897CFA6BDB9}">
      <dsp:nvSpPr>
        <dsp:cNvPr id="0" name=""/>
        <dsp:cNvSpPr/>
      </dsp:nvSpPr>
      <dsp:spPr>
        <a:xfrm>
          <a:off x="0" y="52369"/>
          <a:ext cx="7886700" cy="135065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Class variables are shared by all objects.</a:t>
          </a:r>
        </a:p>
      </dsp:txBody>
      <dsp:txXfrm>
        <a:off x="65934" y="118303"/>
        <a:ext cx="7754832" cy="1218787"/>
      </dsp:txXfrm>
    </dsp:sp>
    <dsp:sp modelId="{0301050D-2746-483E-BFD1-368D9E0EA226}">
      <dsp:nvSpPr>
        <dsp:cNvPr id="0" name=""/>
        <dsp:cNvSpPr/>
      </dsp:nvSpPr>
      <dsp:spPr>
        <a:xfrm>
          <a:off x="0" y="1500944"/>
          <a:ext cx="7886700" cy="135065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Instance variables are unique to each object.</a:t>
          </a:r>
        </a:p>
      </dsp:txBody>
      <dsp:txXfrm>
        <a:off x="65934" y="1566878"/>
        <a:ext cx="7754832" cy="1218787"/>
      </dsp:txXfrm>
    </dsp:sp>
    <dsp:sp modelId="{913941F6-CE6A-4FD3-940D-2B93482E22D0}">
      <dsp:nvSpPr>
        <dsp:cNvPr id="0" name=""/>
        <dsp:cNvSpPr/>
      </dsp:nvSpPr>
      <dsp:spPr>
        <a:xfrm>
          <a:off x="0" y="2949519"/>
          <a:ext cx="7886700" cy="135065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Use carefully to avoid unintended changes.</a:t>
          </a:r>
        </a:p>
      </dsp:txBody>
      <dsp:txXfrm>
        <a:off x="65934" y="3015453"/>
        <a:ext cx="7754832" cy="12187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49B139-1B44-4C30-A378-41E593B12094}">
      <dsp:nvSpPr>
        <dsp:cNvPr id="0" name=""/>
        <dsp:cNvSpPr/>
      </dsp:nvSpPr>
      <dsp:spPr>
        <a:xfrm>
          <a:off x="950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4C143-D5C0-48B6-8558-4A7C70960CD6}">
      <dsp:nvSpPr>
        <dsp:cNvPr id="0" name=""/>
        <dsp:cNvSpPr/>
      </dsp:nvSpPr>
      <dsp:spPr>
        <a:xfrm>
          <a:off x="371518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 self to access variables and methods inside the class.</a:t>
          </a:r>
        </a:p>
      </dsp:txBody>
      <dsp:txXfrm>
        <a:off x="433546" y="784100"/>
        <a:ext cx="3211056" cy="1993740"/>
      </dsp:txXfrm>
    </dsp:sp>
    <dsp:sp modelId="{6844F632-E0FB-457E-AE81-ACE485EB9873}">
      <dsp:nvSpPr>
        <dsp:cNvPr id="0" name=""/>
        <dsp:cNvSpPr/>
      </dsp:nvSpPr>
      <dsp:spPr>
        <a:xfrm>
          <a:off x="4077199" y="370032"/>
          <a:ext cx="3335112" cy="211779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8FA823-8C91-46B3-BB20-5B2C38BAD40D}">
      <dsp:nvSpPr>
        <dsp:cNvPr id="0" name=""/>
        <dsp:cNvSpPr/>
      </dsp:nvSpPr>
      <dsp:spPr>
        <a:xfrm>
          <a:off x="4447767" y="722072"/>
          <a:ext cx="3335112" cy="211779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Use dot notation to access object properties: obj.name, obj.method()</a:t>
          </a:r>
        </a:p>
      </dsp:txBody>
      <dsp:txXfrm>
        <a:off x="4509795" y="784100"/>
        <a:ext cx="3211056" cy="19937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99" y="548464"/>
            <a:ext cx="5098906" cy="1675623"/>
          </a:xfrm>
        </p:spPr>
        <p:txBody>
          <a:bodyPr anchor="b">
            <a:normAutofit/>
          </a:bodyPr>
          <a:lstStyle/>
          <a:p>
            <a:r>
              <a:rPr lang="en-US" sz="3500" dirty="0"/>
              <a:t> What is OOP?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C5023E0-4FDF-40E1-85DD-452EE2BC30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085" r="33281" b="-1"/>
          <a:stretch/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AFAC8C3A-E205-0D3F-A336-A9548C9969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394156"/>
              </p:ext>
            </p:extLst>
          </p:nvPr>
        </p:nvGraphicFramePr>
        <p:xfrm>
          <a:off x="3415300" y="2409830"/>
          <a:ext cx="5098904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 dirty="0"/>
              <a:t>Classes and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1700"/>
              <a:t>class Dog: defines a blueprint.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1700"/>
              <a:t>my_dog = Dog() creates an object (instance) of that class.</a:t>
            </a:r>
          </a:p>
          <a:p>
            <a:pPr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lang="en-US" sz="1700"/>
              <a:t>Each object has its own data and behaviors.</a:t>
            </a:r>
          </a:p>
        </p:txBody>
      </p:sp>
      <p:pic>
        <p:nvPicPr>
          <p:cNvPr id="5" name="Picture 4" descr="Half of a dog's face">
            <a:extLst>
              <a:ext uri="{FF2B5EF4-FFF2-40B4-BE49-F238E27FC236}">
                <a16:creationId xmlns:a16="http://schemas.microsoft.com/office/drawing/2014/main" id="{7C74EB0E-C2AE-D6B6-1B40-AFC8EEB0F2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12" r="33246"/>
          <a:stretch/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7177" y="-94859"/>
            <a:ext cx="5098906" cy="1675623"/>
          </a:xfrm>
        </p:spPr>
        <p:txBody>
          <a:bodyPr anchor="b">
            <a:normAutofit/>
          </a:bodyPr>
          <a:lstStyle/>
          <a:p>
            <a:r>
              <a:rPr lang="en-US" sz="3500" dirty="0"/>
              <a:t>The __</a:t>
            </a:r>
            <a:r>
              <a:rPr lang="en-US" sz="3500" dirty="0" err="1"/>
              <a:t>init</a:t>
            </a:r>
            <a:r>
              <a:rPr lang="en-US" sz="3500" dirty="0"/>
              <a:t>__ Method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F4EA3F-EFBA-A958-30F8-0341AF7982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42" r="35824" b="-1"/>
          <a:stretch/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EEFB95-307F-CD30-5978-484D31627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8487825"/>
              </p:ext>
            </p:extLst>
          </p:nvPr>
        </p:nvGraphicFramePr>
        <p:xfrm>
          <a:off x="3415300" y="2409830"/>
          <a:ext cx="5098904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99" y="548464"/>
            <a:ext cx="5098906" cy="1675623"/>
          </a:xfrm>
        </p:spPr>
        <p:txBody>
          <a:bodyPr anchor="b">
            <a:normAutofit/>
          </a:bodyPr>
          <a:lstStyle/>
          <a:p>
            <a:r>
              <a:rPr lang="en-US" sz="3500" dirty="0"/>
              <a:t> Instance Variables and Methods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4EF05B-3AB2-EE53-ED3F-C95919EC9A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620" r="33746" b="-1"/>
          <a:stretch/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4D74C5A-26B3-B0C4-C10C-5B522B17AE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7560426"/>
              </p:ext>
            </p:extLst>
          </p:nvPr>
        </p:nvGraphicFramePr>
        <p:xfrm>
          <a:off x="3415300" y="2409830"/>
          <a:ext cx="5098904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 dirty="0"/>
              <a:t>Class vs. Instance Scope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4D0549-F6DA-CC58-BE1C-08A7E9EEFB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6341343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/>
              <a:t>self and Dot Notation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446EEC-8A64-AF44-F49E-233F5794B1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1254442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 Real-World Example: Student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class Student: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    def __init__(self, name, grade):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        self.name = name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        self.grade = grade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    def greet(self):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t>        print(f"Hello, I'm {self.name}!")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 Project Lab: Pet Registry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Create a class called Pet with attributes like name, species, and age.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Allow user to create pet objects, display info, and store them in a list.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Build a simple menu to interact with the registry.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 Review &amp; Challenge: Custom Bank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✅ What is the purpose of __</a:t>
            </a:r>
            <a:r>
              <a:rPr dirty="0" err="1"/>
              <a:t>init</a:t>
            </a:r>
            <a:r>
              <a:rPr dirty="0"/>
              <a:t>__?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✅ How do you store and update object data?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Challenge: Create a </a:t>
            </a:r>
            <a:r>
              <a:rPr dirty="0" err="1"/>
              <a:t>BankAccount</a:t>
            </a:r>
            <a:r>
              <a:rPr dirty="0"/>
              <a:t> class with deposit, withdraw, and balance methods.</a:t>
            </a:r>
          </a:p>
          <a:p>
            <a:pPr algn="l">
              <a:spcAft>
                <a:spcPts val="800"/>
              </a:spcAft>
              <a:defRPr sz="2200">
                <a:solidFill>
                  <a:srgbClr val="191970"/>
                </a:solidFill>
                <a:latin typeface="Calibri"/>
              </a:defRPr>
            </a:pPr>
            <a:r>
              <a:rPr dirty="0"/>
              <a:t>Create two accounts and simulate transactions.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2955</TotalTime>
  <Words>342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 What is OOP?</vt:lpstr>
      <vt:lpstr>Classes and Objects</vt:lpstr>
      <vt:lpstr>The __init__ Method</vt:lpstr>
      <vt:lpstr> Instance Variables and Methods</vt:lpstr>
      <vt:lpstr>Class vs. Instance Scope</vt:lpstr>
      <vt:lpstr>self and Dot Notation</vt:lpstr>
      <vt:lpstr> Real-World Example: Student Class</vt:lpstr>
      <vt:lpstr> Project Lab: Pet Registry System</vt:lpstr>
      <vt:lpstr> Review &amp; Challenge: Custom Bank Class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Frank Mora</dc:creator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2025-04-24T01:27:45Z</dcterms:modified>
  <cp:category/>
</cp:coreProperties>
</file>