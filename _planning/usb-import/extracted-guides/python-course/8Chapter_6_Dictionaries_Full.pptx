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16871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78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8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2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7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9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8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1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7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97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97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47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407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51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10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03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8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6FA1112D-E163-4C32-554F-8F353726AC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58" r="29921" b="2"/>
          <a:stretch/>
        </p:blipFill>
        <p:spPr>
          <a:xfrm>
            <a:off x="5169693" y="10"/>
            <a:ext cx="397430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4570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60" y="685800"/>
            <a:ext cx="3945510" cy="1752599"/>
          </a:xfrm>
        </p:spPr>
        <p:txBody>
          <a:bodyPr>
            <a:normAutofit/>
          </a:bodyPr>
          <a:lstStyle/>
          <a:p>
            <a:pPr algn="l"/>
            <a:r>
              <a:t>6.1 - What Is a Dictionary?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1" y="2666999"/>
            <a:ext cx="3945510" cy="3124201"/>
          </a:xfrm>
        </p:spPr>
        <p:txBody>
          <a:bodyPr>
            <a:normAutofit/>
          </a:bodyPr>
          <a:lstStyle/>
          <a:p>
            <a:endParaRPr lang="en-US" sz="1700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Dictionaries store data in key-value pairs.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Think of it like a real dictionary: a word (key) maps to a definition (value).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Python syntax: { 'name': 'Alice', 'age': 25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6.2 - Creating and Accessing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curly braces or dict():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person = { 'name': 'Bob', 'age': 30 }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Access with keys: person['name'] → Bob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.get('key') for safe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6.3 - Add, Update, and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Add: dict['new_key'] = value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Update: dict['key'] = new_value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Delete: del dict['key']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Check existence with 'key' in dict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6.4 - Looping Through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Loop through keys: for key in dict: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Loop through values: for val in dict.values():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Loop through items: for k, v in dict.items():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6.5 - Dictionary Methods</a:t>
            </a:r>
          </a:p>
        </p:txBody>
      </p:sp>
      <p:pic>
        <p:nvPicPr>
          <p:cNvPr id="5" name="Picture 4" descr="Person handing over keys">
            <a:extLst>
              <a:ext uri="{FF2B5EF4-FFF2-40B4-BE49-F238E27FC236}">
                <a16:creationId xmlns:a16="http://schemas.microsoft.com/office/drawing/2014/main" id="{08D555BD-6EAF-8D75-2771-5538550B62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13" r="43535" b="-1"/>
          <a:stretch/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.keys() → returns all keys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.values() → returns all values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.items() → returns key-value pairs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.get(key, default) → avoids crash if key not found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6.6 - Nested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You can store dictionaries inside other dictionaries: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students = { 'Alice': {'age': 22, 'major': 'CS'} }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Access: students['Alice']['major'] → 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6.7 - Real-World Use: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JSON (JavaScript Object Notation) looks like a Python dictionary.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Used for APIs, configs, data transfer.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You can load JSON into a Python dict using json.loads()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6.8 - Project Lab: Contact Book System</a:t>
            </a:r>
          </a:p>
        </p:txBody>
      </p: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FCB60CC8-1B69-B28F-4113-FF7ED7AE00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610" r="38504" b="1"/>
          <a:stretch/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Build a contact manager that uses a dictionary to store names and numbers.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Add new contact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Update existing contact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View all contacts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Delete a contact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D5F79-527F-BF32-74F0-760027BC6C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23" r="35979"/>
          <a:stretch/>
        </p:blipFill>
        <p:spPr>
          <a:xfrm>
            <a:off x="5169693" y="10"/>
            <a:ext cx="397430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4570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60" y="685800"/>
            <a:ext cx="3945510" cy="1752599"/>
          </a:xfrm>
        </p:spPr>
        <p:txBody>
          <a:bodyPr>
            <a:normAutofit/>
          </a:bodyPr>
          <a:lstStyle/>
          <a:p>
            <a:pPr algn="l"/>
            <a:r>
              <a:t>6.9 - Review and Challenge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1" y="2666999"/>
            <a:ext cx="3945510" cy="3124201"/>
          </a:xfrm>
        </p:spPr>
        <p:txBody>
          <a:bodyPr>
            <a:normAutofit/>
          </a:bodyPr>
          <a:lstStyle/>
          <a:p>
            <a:endParaRPr lang="en-US" sz="1700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✅ What happens when you access a missing key?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✅ How do you loop through both key and value?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Challenge: Create a student gradebook using a nested dictionary.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Let users enter names and grades, then view the average.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</TotalTime>
  <Words>370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6.1 - What Is a Dictionary?</vt:lpstr>
      <vt:lpstr>6.2 - Creating and Accessing</vt:lpstr>
      <vt:lpstr>6.3 - Add, Update, and Delete</vt:lpstr>
      <vt:lpstr>6.4 - Looping Through Dictionaries</vt:lpstr>
      <vt:lpstr>6.5 - Dictionary Methods</vt:lpstr>
      <vt:lpstr>6.6 - Nested Dictionaries</vt:lpstr>
      <vt:lpstr>6.7 - Real-World Use: JSON</vt:lpstr>
      <vt:lpstr>6.8 - Project Lab: Contact Book System</vt:lpstr>
      <vt:lpstr>6.9 - Review and Challenge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2025-04-16T21:39:16Z</dcterms:modified>
  <cp:category/>
</cp:coreProperties>
</file>