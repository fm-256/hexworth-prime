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A1463F-0A74-4B3C-BCA2-3B334D2EC4F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653DB8-CB7F-4327-AB32-3F1C2465F5DE}">
      <dgm:prSet/>
      <dgm:spPr/>
      <dgm:t>
        <a:bodyPr/>
        <a:lstStyle/>
        <a:p>
          <a:r>
            <a:rPr lang="en-US"/>
            <a:t>Both are from the itertools module.</a:t>
          </a:r>
        </a:p>
      </dgm:t>
    </dgm:pt>
    <dgm:pt modelId="{AC5EF916-9019-4E55-917D-7B793A02468F}" type="parTrans" cxnId="{84C9BD0B-6B61-4A9B-A968-421CF926E889}">
      <dgm:prSet/>
      <dgm:spPr/>
      <dgm:t>
        <a:bodyPr/>
        <a:lstStyle/>
        <a:p>
          <a:endParaRPr lang="en-US"/>
        </a:p>
      </dgm:t>
    </dgm:pt>
    <dgm:pt modelId="{8DAF94F3-4EFE-4446-A25C-C872D40B0017}" type="sibTrans" cxnId="{84C9BD0B-6B61-4A9B-A968-421CF926E889}">
      <dgm:prSet/>
      <dgm:spPr/>
      <dgm:t>
        <a:bodyPr/>
        <a:lstStyle/>
        <a:p>
          <a:endParaRPr lang="en-US"/>
        </a:p>
      </dgm:t>
    </dgm:pt>
    <dgm:pt modelId="{54E29A4D-F795-47AE-9600-BF9472B371E4}">
      <dgm:prSet/>
      <dgm:spPr/>
      <dgm:t>
        <a:bodyPr/>
        <a:lstStyle/>
        <a:p>
          <a:r>
            <a:rPr lang="en-US"/>
            <a:t>They generate arrangements from a list or string.</a:t>
          </a:r>
        </a:p>
      </dgm:t>
    </dgm:pt>
    <dgm:pt modelId="{2AE94706-9C1A-4FB1-9F74-CE18ACD7A379}" type="parTrans" cxnId="{784F8448-84F3-4997-A344-2729356017D4}">
      <dgm:prSet/>
      <dgm:spPr/>
      <dgm:t>
        <a:bodyPr/>
        <a:lstStyle/>
        <a:p>
          <a:endParaRPr lang="en-US"/>
        </a:p>
      </dgm:t>
    </dgm:pt>
    <dgm:pt modelId="{3A36697F-10DD-474F-A584-3039F1A84104}" type="sibTrans" cxnId="{784F8448-84F3-4997-A344-2729356017D4}">
      <dgm:prSet/>
      <dgm:spPr/>
      <dgm:t>
        <a:bodyPr/>
        <a:lstStyle/>
        <a:p>
          <a:endParaRPr lang="en-US"/>
        </a:p>
      </dgm:t>
    </dgm:pt>
    <dgm:pt modelId="{2921B873-9564-4416-9A92-E357A2DCA960}">
      <dgm:prSet/>
      <dgm:spPr/>
      <dgm:t>
        <a:bodyPr/>
        <a:lstStyle/>
        <a:p>
          <a:r>
            <a:rPr lang="en-US"/>
            <a:t>Use permutations() when order matters, no repeats.</a:t>
          </a:r>
        </a:p>
      </dgm:t>
    </dgm:pt>
    <dgm:pt modelId="{CEFCBACF-BDEE-4404-AB1C-211914C8CE7D}" type="parTrans" cxnId="{238F85D8-7734-4388-A51C-D16423F04C2C}">
      <dgm:prSet/>
      <dgm:spPr/>
      <dgm:t>
        <a:bodyPr/>
        <a:lstStyle/>
        <a:p>
          <a:endParaRPr lang="en-US"/>
        </a:p>
      </dgm:t>
    </dgm:pt>
    <dgm:pt modelId="{7E7CC325-14A2-4E29-9E3A-3D65B75EE80D}" type="sibTrans" cxnId="{238F85D8-7734-4388-A51C-D16423F04C2C}">
      <dgm:prSet/>
      <dgm:spPr/>
      <dgm:t>
        <a:bodyPr/>
        <a:lstStyle/>
        <a:p>
          <a:endParaRPr lang="en-US"/>
        </a:p>
      </dgm:t>
    </dgm:pt>
    <dgm:pt modelId="{2FA5C82A-929B-4813-8671-0014472F366F}">
      <dgm:prSet/>
      <dgm:spPr/>
      <dgm:t>
        <a:bodyPr/>
        <a:lstStyle/>
        <a:p>
          <a:r>
            <a:rPr lang="en-US"/>
            <a:t>Use combinations_with_replacement() when order doesn't matter and repeats are allowed.</a:t>
          </a:r>
        </a:p>
      </dgm:t>
    </dgm:pt>
    <dgm:pt modelId="{C7120B70-253A-4723-9F8F-C8A2133033C7}" type="parTrans" cxnId="{40579471-954D-4E0A-B134-F90AC2697B15}">
      <dgm:prSet/>
      <dgm:spPr/>
      <dgm:t>
        <a:bodyPr/>
        <a:lstStyle/>
        <a:p>
          <a:endParaRPr lang="en-US"/>
        </a:p>
      </dgm:t>
    </dgm:pt>
    <dgm:pt modelId="{743C8585-3D60-41B8-A4A0-5BF01F10AD67}" type="sibTrans" cxnId="{40579471-954D-4E0A-B134-F90AC2697B15}">
      <dgm:prSet/>
      <dgm:spPr/>
      <dgm:t>
        <a:bodyPr/>
        <a:lstStyle/>
        <a:p>
          <a:endParaRPr lang="en-US"/>
        </a:p>
      </dgm:t>
    </dgm:pt>
    <dgm:pt modelId="{B7C1CA2D-4421-4B41-9BDF-FA01D82493B9}" type="pres">
      <dgm:prSet presAssocID="{27A1463F-0A74-4B3C-BCA2-3B334D2EC4F9}" presName="vert0" presStyleCnt="0">
        <dgm:presLayoutVars>
          <dgm:dir/>
          <dgm:animOne val="branch"/>
          <dgm:animLvl val="lvl"/>
        </dgm:presLayoutVars>
      </dgm:prSet>
      <dgm:spPr/>
    </dgm:pt>
    <dgm:pt modelId="{13E18200-7316-49E4-8122-63DC6DDEF399}" type="pres">
      <dgm:prSet presAssocID="{33653DB8-CB7F-4327-AB32-3F1C2465F5DE}" presName="thickLine" presStyleLbl="alignNode1" presStyleIdx="0" presStyleCnt="4"/>
      <dgm:spPr/>
    </dgm:pt>
    <dgm:pt modelId="{1FE0F3E5-92D9-4B68-A02F-9AFA2DC85333}" type="pres">
      <dgm:prSet presAssocID="{33653DB8-CB7F-4327-AB32-3F1C2465F5DE}" presName="horz1" presStyleCnt="0"/>
      <dgm:spPr/>
    </dgm:pt>
    <dgm:pt modelId="{3F4F261D-3F7E-444C-A340-A57C02553B6E}" type="pres">
      <dgm:prSet presAssocID="{33653DB8-CB7F-4327-AB32-3F1C2465F5DE}" presName="tx1" presStyleLbl="revTx" presStyleIdx="0" presStyleCnt="4"/>
      <dgm:spPr/>
    </dgm:pt>
    <dgm:pt modelId="{3591E5DA-B164-405E-854B-2241438A2130}" type="pres">
      <dgm:prSet presAssocID="{33653DB8-CB7F-4327-AB32-3F1C2465F5DE}" presName="vert1" presStyleCnt="0"/>
      <dgm:spPr/>
    </dgm:pt>
    <dgm:pt modelId="{47DB5331-5E37-4523-B090-18FB836A6D8E}" type="pres">
      <dgm:prSet presAssocID="{54E29A4D-F795-47AE-9600-BF9472B371E4}" presName="thickLine" presStyleLbl="alignNode1" presStyleIdx="1" presStyleCnt="4"/>
      <dgm:spPr/>
    </dgm:pt>
    <dgm:pt modelId="{B196DB0B-3806-424E-8DDE-44C52E597AE1}" type="pres">
      <dgm:prSet presAssocID="{54E29A4D-F795-47AE-9600-BF9472B371E4}" presName="horz1" presStyleCnt="0"/>
      <dgm:spPr/>
    </dgm:pt>
    <dgm:pt modelId="{2ED8364F-C4D8-47D5-B020-30D8FC80EB47}" type="pres">
      <dgm:prSet presAssocID="{54E29A4D-F795-47AE-9600-BF9472B371E4}" presName="tx1" presStyleLbl="revTx" presStyleIdx="1" presStyleCnt="4"/>
      <dgm:spPr/>
    </dgm:pt>
    <dgm:pt modelId="{8FED961F-0B98-46C1-BF0B-D7D5D0813D73}" type="pres">
      <dgm:prSet presAssocID="{54E29A4D-F795-47AE-9600-BF9472B371E4}" presName="vert1" presStyleCnt="0"/>
      <dgm:spPr/>
    </dgm:pt>
    <dgm:pt modelId="{DD882221-184F-4F41-9C98-F7766BD1C243}" type="pres">
      <dgm:prSet presAssocID="{2921B873-9564-4416-9A92-E357A2DCA960}" presName="thickLine" presStyleLbl="alignNode1" presStyleIdx="2" presStyleCnt="4"/>
      <dgm:spPr/>
    </dgm:pt>
    <dgm:pt modelId="{DADDE4FE-2183-4623-9A98-37BFBE6F45B1}" type="pres">
      <dgm:prSet presAssocID="{2921B873-9564-4416-9A92-E357A2DCA960}" presName="horz1" presStyleCnt="0"/>
      <dgm:spPr/>
    </dgm:pt>
    <dgm:pt modelId="{2D230BEC-BA34-4AE2-93FB-02037E31AFE5}" type="pres">
      <dgm:prSet presAssocID="{2921B873-9564-4416-9A92-E357A2DCA960}" presName="tx1" presStyleLbl="revTx" presStyleIdx="2" presStyleCnt="4"/>
      <dgm:spPr/>
    </dgm:pt>
    <dgm:pt modelId="{5251187A-0123-4151-81CA-CE7593923E26}" type="pres">
      <dgm:prSet presAssocID="{2921B873-9564-4416-9A92-E357A2DCA960}" presName="vert1" presStyleCnt="0"/>
      <dgm:spPr/>
    </dgm:pt>
    <dgm:pt modelId="{BC611D8B-8E80-47C2-A387-C745FDC48394}" type="pres">
      <dgm:prSet presAssocID="{2FA5C82A-929B-4813-8671-0014472F366F}" presName="thickLine" presStyleLbl="alignNode1" presStyleIdx="3" presStyleCnt="4"/>
      <dgm:spPr/>
    </dgm:pt>
    <dgm:pt modelId="{CF45E755-5D80-408F-A013-13B86BB9F8B7}" type="pres">
      <dgm:prSet presAssocID="{2FA5C82A-929B-4813-8671-0014472F366F}" presName="horz1" presStyleCnt="0"/>
      <dgm:spPr/>
    </dgm:pt>
    <dgm:pt modelId="{06C8FF77-572E-4AAE-AADC-07D7DEC06B86}" type="pres">
      <dgm:prSet presAssocID="{2FA5C82A-929B-4813-8671-0014472F366F}" presName="tx1" presStyleLbl="revTx" presStyleIdx="3" presStyleCnt="4"/>
      <dgm:spPr/>
    </dgm:pt>
    <dgm:pt modelId="{41F333F4-AE48-401F-84E0-3B72BBE438BB}" type="pres">
      <dgm:prSet presAssocID="{2FA5C82A-929B-4813-8671-0014472F366F}" presName="vert1" presStyleCnt="0"/>
      <dgm:spPr/>
    </dgm:pt>
  </dgm:ptLst>
  <dgm:cxnLst>
    <dgm:cxn modelId="{84C9BD0B-6B61-4A9B-A968-421CF926E889}" srcId="{27A1463F-0A74-4B3C-BCA2-3B334D2EC4F9}" destId="{33653DB8-CB7F-4327-AB32-3F1C2465F5DE}" srcOrd="0" destOrd="0" parTransId="{AC5EF916-9019-4E55-917D-7B793A02468F}" sibTransId="{8DAF94F3-4EFE-4446-A25C-C872D40B0017}"/>
    <dgm:cxn modelId="{F7257511-1461-4084-AD88-597C1E82601E}" type="presOf" srcId="{2FA5C82A-929B-4813-8671-0014472F366F}" destId="{06C8FF77-572E-4AAE-AADC-07D7DEC06B86}" srcOrd="0" destOrd="0" presId="urn:microsoft.com/office/officeart/2008/layout/LinedList"/>
    <dgm:cxn modelId="{784F8448-84F3-4997-A344-2729356017D4}" srcId="{27A1463F-0A74-4B3C-BCA2-3B334D2EC4F9}" destId="{54E29A4D-F795-47AE-9600-BF9472B371E4}" srcOrd="1" destOrd="0" parTransId="{2AE94706-9C1A-4FB1-9F74-CE18ACD7A379}" sibTransId="{3A36697F-10DD-474F-A584-3039F1A84104}"/>
    <dgm:cxn modelId="{40579471-954D-4E0A-B134-F90AC2697B15}" srcId="{27A1463F-0A74-4B3C-BCA2-3B334D2EC4F9}" destId="{2FA5C82A-929B-4813-8671-0014472F366F}" srcOrd="3" destOrd="0" parTransId="{C7120B70-253A-4723-9F8F-C8A2133033C7}" sibTransId="{743C8585-3D60-41B8-A4A0-5BF01F10AD67}"/>
    <dgm:cxn modelId="{E0AF8080-AF9E-4E62-9C2F-FBFABFC7895C}" type="presOf" srcId="{2921B873-9564-4416-9A92-E357A2DCA960}" destId="{2D230BEC-BA34-4AE2-93FB-02037E31AFE5}" srcOrd="0" destOrd="0" presId="urn:microsoft.com/office/officeart/2008/layout/LinedList"/>
    <dgm:cxn modelId="{1BB7F685-8346-47ED-972F-CD6FDBED53E5}" type="presOf" srcId="{27A1463F-0A74-4B3C-BCA2-3B334D2EC4F9}" destId="{B7C1CA2D-4421-4B41-9BDF-FA01D82493B9}" srcOrd="0" destOrd="0" presId="urn:microsoft.com/office/officeart/2008/layout/LinedList"/>
    <dgm:cxn modelId="{F20CDC95-8B26-45DC-B8EF-A7D11A600BBC}" type="presOf" srcId="{54E29A4D-F795-47AE-9600-BF9472B371E4}" destId="{2ED8364F-C4D8-47D5-B020-30D8FC80EB47}" srcOrd="0" destOrd="0" presId="urn:microsoft.com/office/officeart/2008/layout/LinedList"/>
    <dgm:cxn modelId="{238F85D8-7734-4388-A51C-D16423F04C2C}" srcId="{27A1463F-0A74-4B3C-BCA2-3B334D2EC4F9}" destId="{2921B873-9564-4416-9A92-E357A2DCA960}" srcOrd="2" destOrd="0" parTransId="{CEFCBACF-BDEE-4404-AB1C-211914C8CE7D}" sibTransId="{7E7CC325-14A2-4E29-9E3A-3D65B75EE80D}"/>
    <dgm:cxn modelId="{1E45C5F4-98F4-4150-B353-9D9696916FCB}" type="presOf" srcId="{33653DB8-CB7F-4327-AB32-3F1C2465F5DE}" destId="{3F4F261D-3F7E-444C-A340-A57C02553B6E}" srcOrd="0" destOrd="0" presId="urn:microsoft.com/office/officeart/2008/layout/LinedList"/>
    <dgm:cxn modelId="{200A563E-22A1-4649-B48B-A412AC607CE0}" type="presParOf" srcId="{B7C1CA2D-4421-4B41-9BDF-FA01D82493B9}" destId="{13E18200-7316-49E4-8122-63DC6DDEF399}" srcOrd="0" destOrd="0" presId="urn:microsoft.com/office/officeart/2008/layout/LinedList"/>
    <dgm:cxn modelId="{C6E77B02-E5F3-415D-8F56-F28BE2DE6AC3}" type="presParOf" srcId="{B7C1CA2D-4421-4B41-9BDF-FA01D82493B9}" destId="{1FE0F3E5-92D9-4B68-A02F-9AFA2DC85333}" srcOrd="1" destOrd="0" presId="urn:microsoft.com/office/officeart/2008/layout/LinedList"/>
    <dgm:cxn modelId="{3C71C945-3CF2-427E-BBDE-51578B4C3299}" type="presParOf" srcId="{1FE0F3E5-92D9-4B68-A02F-9AFA2DC85333}" destId="{3F4F261D-3F7E-444C-A340-A57C02553B6E}" srcOrd="0" destOrd="0" presId="urn:microsoft.com/office/officeart/2008/layout/LinedList"/>
    <dgm:cxn modelId="{C02562BB-9B4B-49EF-8DBA-9AD6AC52E6E6}" type="presParOf" srcId="{1FE0F3E5-92D9-4B68-A02F-9AFA2DC85333}" destId="{3591E5DA-B164-405E-854B-2241438A2130}" srcOrd="1" destOrd="0" presId="urn:microsoft.com/office/officeart/2008/layout/LinedList"/>
    <dgm:cxn modelId="{FBD35C93-484D-43BB-A20D-CEAB8B40E89B}" type="presParOf" srcId="{B7C1CA2D-4421-4B41-9BDF-FA01D82493B9}" destId="{47DB5331-5E37-4523-B090-18FB836A6D8E}" srcOrd="2" destOrd="0" presId="urn:microsoft.com/office/officeart/2008/layout/LinedList"/>
    <dgm:cxn modelId="{ABCCFBD1-33BB-4849-AF96-7A10F3AB8FC2}" type="presParOf" srcId="{B7C1CA2D-4421-4B41-9BDF-FA01D82493B9}" destId="{B196DB0B-3806-424E-8DDE-44C52E597AE1}" srcOrd="3" destOrd="0" presId="urn:microsoft.com/office/officeart/2008/layout/LinedList"/>
    <dgm:cxn modelId="{3665D7C3-7505-4D89-A029-98AA4C196C59}" type="presParOf" srcId="{B196DB0B-3806-424E-8DDE-44C52E597AE1}" destId="{2ED8364F-C4D8-47D5-B020-30D8FC80EB47}" srcOrd="0" destOrd="0" presId="urn:microsoft.com/office/officeart/2008/layout/LinedList"/>
    <dgm:cxn modelId="{A955A5F4-DF70-4132-9E96-6E61531ACA3D}" type="presParOf" srcId="{B196DB0B-3806-424E-8DDE-44C52E597AE1}" destId="{8FED961F-0B98-46C1-BF0B-D7D5D0813D73}" srcOrd="1" destOrd="0" presId="urn:microsoft.com/office/officeart/2008/layout/LinedList"/>
    <dgm:cxn modelId="{89B65ECD-673F-4A09-9518-9F406E0113CC}" type="presParOf" srcId="{B7C1CA2D-4421-4B41-9BDF-FA01D82493B9}" destId="{DD882221-184F-4F41-9C98-F7766BD1C243}" srcOrd="4" destOrd="0" presId="urn:microsoft.com/office/officeart/2008/layout/LinedList"/>
    <dgm:cxn modelId="{24FAD305-5EE6-4D40-A0D8-4DABC2AEDCAF}" type="presParOf" srcId="{B7C1CA2D-4421-4B41-9BDF-FA01D82493B9}" destId="{DADDE4FE-2183-4623-9A98-37BFBE6F45B1}" srcOrd="5" destOrd="0" presId="urn:microsoft.com/office/officeart/2008/layout/LinedList"/>
    <dgm:cxn modelId="{C638F54C-6C66-4775-83FD-2F607952351D}" type="presParOf" srcId="{DADDE4FE-2183-4623-9A98-37BFBE6F45B1}" destId="{2D230BEC-BA34-4AE2-93FB-02037E31AFE5}" srcOrd="0" destOrd="0" presId="urn:microsoft.com/office/officeart/2008/layout/LinedList"/>
    <dgm:cxn modelId="{AF9B07A6-61B9-4A86-A774-3AA1329AB02D}" type="presParOf" srcId="{DADDE4FE-2183-4623-9A98-37BFBE6F45B1}" destId="{5251187A-0123-4151-81CA-CE7593923E26}" srcOrd="1" destOrd="0" presId="urn:microsoft.com/office/officeart/2008/layout/LinedList"/>
    <dgm:cxn modelId="{18BC6B45-1715-4490-A1B5-FE9DF9E80666}" type="presParOf" srcId="{B7C1CA2D-4421-4B41-9BDF-FA01D82493B9}" destId="{BC611D8B-8E80-47C2-A387-C745FDC48394}" srcOrd="6" destOrd="0" presId="urn:microsoft.com/office/officeart/2008/layout/LinedList"/>
    <dgm:cxn modelId="{2474C778-5ADD-4062-B583-432442C5078B}" type="presParOf" srcId="{B7C1CA2D-4421-4B41-9BDF-FA01D82493B9}" destId="{CF45E755-5D80-408F-A013-13B86BB9F8B7}" srcOrd="7" destOrd="0" presId="urn:microsoft.com/office/officeart/2008/layout/LinedList"/>
    <dgm:cxn modelId="{6083EAB1-1DFD-4DE8-9744-C1FF34CDDE3D}" type="presParOf" srcId="{CF45E755-5D80-408F-A013-13B86BB9F8B7}" destId="{06C8FF77-572E-4AAE-AADC-07D7DEC06B86}" srcOrd="0" destOrd="0" presId="urn:microsoft.com/office/officeart/2008/layout/LinedList"/>
    <dgm:cxn modelId="{C2F7DA09-0451-40E6-9452-35B00ADC3FAE}" type="presParOf" srcId="{CF45E755-5D80-408F-A013-13B86BB9F8B7}" destId="{41F333F4-AE48-401F-84E0-3B72BBE438B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18200-7316-49E4-8122-63DC6DDEF399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F261D-3F7E-444C-A340-A57C02553B6E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Both are from the itertools module.</a:t>
          </a:r>
        </a:p>
      </dsp:txBody>
      <dsp:txXfrm>
        <a:off x="0" y="0"/>
        <a:ext cx="8229600" cy="1131490"/>
      </dsp:txXfrm>
    </dsp:sp>
    <dsp:sp modelId="{47DB5331-5E37-4523-B090-18FB836A6D8E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8364F-C4D8-47D5-B020-30D8FC80EB47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They generate arrangements from a list or string.</a:t>
          </a:r>
        </a:p>
      </dsp:txBody>
      <dsp:txXfrm>
        <a:off x="0" y="1131490"/>
        <a:ext cx="8229600" cy="1131490"/>
      </dsp:txXfrm>
    </dsp:sp>
    <dsp:sp modelId="{DD882221-184F-4F41-9C98-F7766BD1C243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30BEC-BA34-4AE2-93FB-02037E31AFE5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Use permutations() when order matters, no repeats.</a:t>
          </a:r>
        </a:p>
      </dsp:txBody>
      <dsp:txXfrm>
        <a:off x="0" y="2262981"/>
        <a:ext cx="8229600" cy="1131490"/>
      </dsp:txXfrm>
    </dsp:sp>
    <dsp:sp modelId="{BC611D8B-8E80-47C2-A387-C745FDC48394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8FF77-572E-4AAE-AADC-07D7DEC06B86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Use combinations_with_replacement() when order doesn't matter and repeats are allowed.</a:t>
          </a:r>
        </a:p>
      </dsp:txBody>
      <dsp:txXfrm>
        <a:off x="0" y="3394472"/>
        <a:ext cx="8229600" cy="113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19" y="2166365"/>
            <a:ext cx="8603674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70315"/>
            <a:ext cx="6858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2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1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132" y="2059012"/>
            <a:ext cx="9146751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93" y="2208879"/>
            <a:ext cx="78867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893" y="3984400"/>
            <a:ext cx="78867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28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7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2011680"/>
            <a:ext cx="365760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7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656566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428" y="1913470"/>
            <a:ext cx="365760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428" y="2656564"/>
            <a:ext cx="365760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3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67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1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8840"/>
            <a:ext cx="4572000" cy="38404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568" y="2147487"/>
            <a:ext cx="256032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38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" y="2211494"/>
            <a:ext cx="4754880" cy="384048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85351" y="2150621"/>
            <a:ext cx="256032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0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764484" y="0"/>
            <a:ext cx="2057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468" y="609600"/>
            <a:ext cx="1801785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09600"/>
            <a:ext cx="5979968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22855"/>
            <a:ext cx="20573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32102" y="6422855"/>
            <a:ext cx="32097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4787" y="6422855"/>
            <a:ext cx="65981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0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62" y="176109"/>
            <a:ext cx="9141714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019" y="284176"/>
            <a:ext cx="777240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019" y="2011680"/>
            <a:ext cx="777240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179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274638"/>
            <a:ext cx="9049871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</a:t>
            </a:r>
            <a:r>
              <a:rPr dirty="0"/>
              <a:t>ermutations() and </a:t>
            </a:r>
            <a:r>
              <a:rPr dirty="0" err="1"/>
              <a:t>combinations_with_replacement</a:t>
            </a:r>
            <a:r>
              <a:rPr dirty="0"/>
              <a:t>()?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55287A-E279-9A70-004E-FA64F77C99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0134" y="2057399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60" y="1196788"/>
            <a:ext cx="2611418" cy="4335332"/>
          </a:xfrm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How permutations() Works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6751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4951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2200" y="645460"/>
            <a:ext cx="5913540" cy="5729940"/>
          </a:xfrm>
        </p:spPr>
        <p:txBody>
          <a:bodyPr anchor="ctr">
            <a:norm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2400" dirty="0">
                <a:solidFill>
                  <a:schemeClr val="tx2"/>
                </a:solidFill>
              </a:rPr>
              <a:t>from </a:t>
            </a:r>
            <a:r>
              <a:rPr lang="en-US" sz="2400" dirty="0" err="1">
                <a:solidFill>
                  <a:schemeClr val="tx2"/>
                </a:solidFill>
              </a:rPr>
              <a:t>itertools</a:t>
            </a:r>
            <a:r>
              <a:rPr lang="en-US" sz="2400" dirty="0">
                <a:solidFill>
                  <a:schemeClr val="tx2"/>
                </a:solidFill>
              </a:rPr>
              <a:t> import permutations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2400" dirty="0">
                <a:solidFill>
                  <a:schemeClr val="tx2"/>
                </a:solidFill>
              </a:rPr>
              <a:t>list(permutations(['A', 'B', 'C'], 2)) →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2400" dirty="0">
                <a:solidFill>
                  <a:schemeClr val="tx2"/>
                </a:solidFill>
              </a:rPr>
              <a:t>[('A', 'B'), ('A', 'C'), ('B', 'A'), ('B', 'C'), ...]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2400" dirty="0">
                <a:solidFill>
                  <a:schemeClr val="tx2"/>
                </a:solidFill>
              </a:rPr>
              <a:t>Each output is a unique ordered pair.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9146751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4176"/>
            <a:ext cx="9144000" cy="1508760"/>
          </a:xfrm>
        </p:spPr>
        <p:txBody>
          <a:bodyPr>
            <a:normAutofit fontScale="90000"/>
          </a:bodyPr>
          <a:lstStyle/>
          <a:p>
            <a:pPr algn="ctr"/>
            <a:r>
              <a:rPr dirty="0"/>
              <a:t>How </a:t>
            </a:r>
            <a:r>
              <a:rPr dirty="0" err="1"/>
              <a:t>combinations_with_replacement</a:t>
            </a:r>
            <a:r>
              <a:rPr dirty="0"/>
              <a:t>()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from itertools import combinations_with_replacement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list(combinations_with_replacement(['A', 'B', 'C'], 2)) →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[('A', 'A'), ('A', 'B'), ('A', 'C'), ('B', 'B'), ...]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Pairs can repeat elements and order doesn’t matter.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Use Cases for These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024" y="2011680"/>
            <a:ext cx="8875058" cy="4206240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Generate all possible outcomes or test cases.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Build logic for games, AI, and search algorithms.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Useful in math problems, permutations, and simulations.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✔ Efficient and memory-friendly (generators).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Convert to list or loop through them with for-loops.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Avoid using on very large sets — results grow fast.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Consider </a:t>
            </a:r>
            <a:r>
              <a:rPr dirty="0" err="1"/>
              <a:t>itertools.product</a:t>
            </a:r>
            <a:r>
              <a:rPr dirty="0"/>
              <a:t> for full Cartesian products.</a:t>
            </a:r>
          </a:p>
          <a:p>
            <a:pPr marL="0" indent="0" algn="l">
              <a:spcAft>
                <a:spcPts val="800"/>
              </a:spcAft>
              <a:buNone/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Excellent for data science, puzzles, and AI tools.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9</TotalTime>
  <Words>256</Words>
  <Application>Microsoft Office PowerPoint</Application>
  <PresentationFormat>On-screen Show 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Gill Sans MT</vt:lpstr>
      <vt:lpstr>Wingdings</vt:lpstr>
      <vt:lpstr>Banded</vt:lpstr>
      <vt:lpstr>Permutations() and combinations_with_replacement()?</vt:lpstr>
      <vt:lpstr>How permutations() Works</vt:lpstr>
      <vt:lpstr>How combinations_with_replacement() Works</vt:lpstr>
      <vt:lpstr>Use Cases for These Functions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2025-04-17T04:03:17Z</dcterms:modified>
  <cp:category/>
</cp:coreProperties>
</file>