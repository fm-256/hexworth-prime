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4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417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4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2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1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68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42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00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17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9345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50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0726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6563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33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59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30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8" y="485244"/>
            <a:ext cx="7541629" cy="1507067"/>
          </a:xfrm>
        </p:spPr>
        <p:txBody>
          <a:bodyPr>
            <a:normAutofit/>
          </a:bodyPr>
          <a:lstStyle/>
          <a:p>
            <a:r>
              <a:rPr dirty="0"/>
              <a:t>Mastering Lambda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Tiny Code, Big Power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Learn how lightweight functions drive fast coding and modern cloud apps.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What is a Lambda?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t>- Anonymous (no-name) function</a:t>
            </a:r>
          </a:p>
          <a:p>
            <a:r>
              <a:t>- Single line: lambda arguments: expression</a:t>
            </a:r>
          </a:p>
          <a:p>
            <a:r>
              <a:t>- Example:</a:t>
            </a:r>
          </a:p>
          <a:p>
            <a:r>
              <a:t>  lambda x: x + 1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Lambdas?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Short and temporary</a:t>
            </a:r>
          </a:p>
          <a:p>
            <a:r>
              <a:t>- Save lines of code</a:t>
            </a:r>
          </a:p>
          <a:p>
            <a:r>
              <a:t>- Use with map(), filter(), sorted() and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142000"/>
                <a:satMod val="200000"/>
                <a:lumMod val="118000"/>
              </a:schemeClr>
            </a:gs>
            <a:gs pos="100000">
              <a:schemeClr val="bg2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4C37AD-AECB-4BE2-A90B-D0E5EC789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3934" y="4487332"/>
            <a:ext cx="4220368" cy="1507067"/>
          </a:xfrm>
        </p:spPr>
        <p:txBody>
          <a:bodyPr>
            <a:normAutofit/>
          </a:bodyPr>
          <a:lstStyle/>
          <a:p>
            <a:r>
              <a:t>Cloud Perspective on Lambdas</a:t>
            </a:r>
          </a:p>
        </p:txBody>
      </p:sp>
      <p:pic>
        <p:nvPicPr>
          <p:cNvPr id="5" name="Picture 4" descr="Clouds and clear skies">
            <a:extLst>
              <a:ext uri="{FF2B5EF4-FFF2-40B4-BE49-F238E27FC236}">
                <a16:creationId xmlns:a16="http://schemas.microsoft.com/office/drawing/2014/main" id="{FF179FD1-58DF-17CF-E1CB-73F9702341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93" r="50738"/>
          <a:stretch/>
        </p:blipFill>
        <p:spPr>
          <a:xfrm>
            <a:off x="623" y="10"/>
            <a:ext cx="2626519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459" y="685800"/>
            <a:ext cx="4969554" cy="3615267"/>
          </a:xfrm>
        </p:spPr>
        <p:txBody>
          <a:bodyPr>
            <a:normAutofit/>
          </a:bodyPr>
          <a:lstStyle/>
          <a:p>
            <a:r>
              <a:t>- AWS Lambda: Serverless compute</a:t>
            </a:r>
          </a:p>
          <a:p>
            <a:r>
              <a:t>- Event-driven: trigger → function auto-runs</a:t>
            </a:r>
          </a:p>
          <a:p>
            <a:r>
              <a:t>- Same philosophy: small, quick, efficient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4E40056-4B05-4A2C-8908-10FF073A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4CE3D7E-7E61-4783-A4B4-AF9FF7F82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CD84E2-F85B-4AB8-9BA7-B59B59AC4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9BBEB54-0DAD-4AAF-8BB1-F0DB0F9C3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97820F3-DA9C-422A-B861-A480530FBC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2B678CA-174E-4AE7-B78F-193C328FE4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Cheat Sheet - Discount Multipliers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7414" y="685800"/>
            <a:ext cx="3565923" cy="5410200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- 10% off = x 0.9</a:t>
            </a:r>
          </a:p>
          <a:p>
            <a:r>
              <a:rPr lang="en-US" sz="1600">
                <a:solidFill>
                  <a:srgbClr val="FFFFFF"/>
                </a:solidFill>
              </a:rPr>
              <a:t>- 25% off = x 0.75</a:t>
            </a:r>
          </a:p>
          <a:p>
            <a:r>
              <a:rPr lang="en-US" sz="1600">
                <a:solidFill>
                  <a:srgbClr val="FFFFFF"/>
                </a:solidFill>
              </a:rPr>
              <a:t>- 50% off = x 0.5</a:t>
            </a:r>
          </a:p>
          <a:p>
            <a:endParaRPr lang="en-US" sz="1600">
              <a:solidFill>
                <a:srgbClr val="FFFFFF"/>
              </a:solidFill>
            </a:endParaRPr>
          </a:p>
          <a:p>
            <a:r>
              <a:rPr lang="en-US" sz="1600">
                <a:solidFill>
                  <a:srgbClr val="FFFFFF"/>
                </a:solidFill>
              </a:rPr>
              <a:t>Formula:</a:t>
            </a:r>
          </a:p>
          <a:p>
            <a:r>
              <a:rPr lang="en-US" sz="1600">
                <a:solidFill>
                  <a:srgbClr val="FFFFFF"/>
                </a:solidFill>
              </a:rPr>
              <a:t>Multiplier = 1 - (Discount% / 100)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Demo: Applying a Discount with Lambda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prices = [10, 20, 30]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t># Apply 10% discount</a:t>
            </a:r>
            <a:endParaRPr lang="en-US"/>
          </a:p>
          <a:p>
            <a:pPr>
              <a:lnSpc>
                <a:spcPct val="90000"/>
              </a:lnSpc>
            </a:pPr>
            <a:r>
              <a:t>discounted = list(map(lambda p: p * 0.9, prices))</a:t>
            </a:r>
            <a:endParaRPr lang="en-US"/>
          </a:p>
          <a:p>
            <a:pPr>
              <a:lnSpc>
                <a:spcPct val="90000"/>
              </a:lnSpc>
            </a:pPr>
            <a:r>
              <a:t>print(discounted)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t># Output:</a:t>
            </a:r>
            <a:endParaRPr lang="en-US"/>
          </a:p>
          <a:p>
            <a:pPr>
              <a:lnSpc>
                <a:spcPct val="90000"/>
              </a:lnSpc>
            </a:pPr>
            <a:r>
              <a:t>[9.0, 18.0, 27.0]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rPr lang="en-US"/>
              <a:t>What map() Really Does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/>
              <a:t>map(function, iterable)</a:t>
            </a:r>
          </a:p>
          <a:p>
            <a:endParaRPr lang="en-US"/>
          </a:p>
          <a:p>
            <a:r>
              <a:rPr lang="en-US"/>
              <a:t>Applies a function to every item in a list.</a:t>
            </a:r>
          </a:p>
          <a:p>
            <a:r>
              <a:rPr lang="en-US"/>
              <a:t>Example:</a:t>
            </a:r>
          </a:p>
          <a:p>
            <a:endParaRPr lang="en-US"/>
          </a:p>
          <a:p>
            <a:r>
              <a:rPr lang="en-US"/>
              <a:t>- prices = [10, 20, 30]</a:t>
            </a:r>
          </a:p>
          <a:p>
            <a:r>
              <a:rPr lang="en-US"/>
              <a:t>- Apply discount function to each price</a:t>
            </a:r>
          </a:p>
          <a:p>
            <a:r>
              <a:rPr lang="en-US"/>
              <a:t>- Returns a new list of discounted prices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rPr lang="en-US"/>
              <a:t>🧑‍💻 Code_A_Long: Let's Code Together!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/>
              <a:t>Step-by-Step: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1. Type:</a:t>
            </a:r>
          </a:p>
          <a:p>
            <a:pPr>
              <a:lnSpc>
                <a:spcPct val="90000"/>
              </a:lnSpc>
            </a:pPr>
            <a:r>
              <a:rPr lang="en-US" sz="1000"/>
              <a:t>prices = [10, 20, 30]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2. Type:</a:t>
            </a:r>
          </a:p>
          <a:p>
            <a:pPr>
              <a:lnSpc>
                <a:spcPct val="90000"/>
              </a:lnSpc>
            </a:pPr>
            <a:r>
              <a:rPr lang="en-US" sz="1000"/>
              <a:t>discounted = list(map(lambda p: p * 0.9, prices))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3. Type:</a:t>
            </a:r>
          </a:p>
          <a:p>
            <a:pPr>
              <a:lnSpc>
                <a:spcPct val="90000"/>
              </a:lnSpc>
            </a:pPr>
            <a:r>
              <a:rPr lang="en-US" sz="1000"/>
              <a:t>print(discounted)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✅ Should output: [9.0, 18.0, 27.0]</a:t>
            </a:r>
          </a:p>
          <a:p>
            <a:pPr>
              <a:lnSpc>
                <a:spcPct val="90000"/>
              </a:lnSpc>
            </a:pPr>
            <a:endParaRPr lang="en-US" sz="1000"/>
          </a:p>
          <a:p>
            <a:pPr>
              <a:lnSpc>
                <a:spcPct val="90000"/>
              </a:lnSpc>
            </a:pPr>
            <a:r>
              <a:rPr lang="en-US" sz="1000"/>
              <a:t>🎤 Chant: 'Define less, do more!'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142000"/>
                <a:satMod val="200000"/>
                <a:lumMod val="118000"/>
              </a:schemeClr>
            </a:gs>
            <a:gs pos="100000">
              <a:schemeClr val="bg2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750351-A7C7-458E-BC2A-1B6C0D64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5657850" cy="1507067"/>
          </a:xfrm>
        </p:spPr>
        <p:txBody>
          <a:bodyPr>
            <a:normAutofit/>
          </a:bodyPr>
          <a:lstStyle/>
          <a:p>
            <a:r>
              <a:t>Simple Lambda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8" y="685800"/>
            <a:ext cx="5619853" cy="3615267"/>
          </a:xfrm>
        </p:spPr>
        <p:txBody>
          <a:bodyPr>
            <a:normAutofit/>
          </a:bodyPr>
          <a:lstStyle/>
          <a:p>
            <a:r>
              <a:t>- Square a number:</a:t>
            </a:r>
          </a:p>
          <a:p>
            <a:r>
              <a:t>  square = lambda x: x * x</a:t>
            </a:r>
          </a:p>
          <a:p>
            <a:endParaRPr/>
          </a:p>
          <a:p>
            <a:r>
              <a:t>- Add two numbers:</a:t>
            </a:r>
          </a:p>
          <a:p>
            <a:r>
              <a:t>  add = lambda a, b: a + b</a:t>
            </a:r>
          </a:p>
        </p:txBody>
      </p:sp>
      <p:pic>
        <p:nvPicPr>
          <p:cNvPr id="5" name="Picture 4" descr="Formulas written on a blackboard">
            <a:extLst>
              <a:ext uri="{FF2B5EF4-FFF2-40B4-BE49-F238E27FC236}">
                <a16:creationId xmlns:a16="http://schemas.microsoft.com/office/drawing/2014/main" id="{3219D33D-56C9-030C-763C-7178A21F42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926" r="39463" b="-1"/>
          <a:stretch/>
        </p:blipFill>
        <p:spPr>
          <a:xfrm>
            <a:off x="6615452" y="10"/>
            <a:ext cx="2528548" cy="6857990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3F5E112-07EE-4721-8D37-E7F5F258D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867C2F2-8E07-48C2-82BD-25987427E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15640AA-D525-43F1-962C-EDAA85C6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C17A5FA-C52F-4BD3-AB73-873E39E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399AD12-8025-4716-B620-2E1D02180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61E8F9-EB10-4798-A955-CB8F1A1EAA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rPr dirty="0"/>
              <a:t>More Complex Lambda</a:t>
            </a:r>
            <a:r>
              <a:rPr lang="en-US" dirty="0"/>
              <a:t>s</a:t>
            </a:r>
            <a:endParaRPr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t>- Sort words by length:</a:t>
            </a:r>
          </a:p>
          <a:p>
            <a:r>
              <a:t>  words.sort(key=lambda word: len(word))</a:t>
            </a:r>
          </a:p>
          <a:p>
            <a:endParaRPr/>
          </a:p>
          <a:p>
            <a:r>
              <a:t>- Filter even numbers:</a:t>
            </a:r>
          </a:p>
          <a:p>
            <a:r>
              <a:t>  evens = list(filter(lambda x: x % 2 == 0, nums))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1BBDC9-2DC6-4959-AC3D-49A5DCB05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4BB55-8517-4CFE-9389-81D0E6F81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7899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F7C935-E41E-4E8D-91DF-D3BAB9521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38" y="4435646"/>
            <a:ext cx="1064657" cy="1660354"/>
            <a:chOff x="10292292" y="2963333"/>
            <a:chExt cx="1896535" cy="22182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FB64230-1B44-4C76-9885-0BBE5C73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F7F181-4FFE-4F8E-A3D0-1A8ECDEF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190344"/>
              <a:ext cx="1896535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066495D-EC57-44E4-8DED-0DC2E07A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0DA2F2-D672-4417-8072-9ED4FA5C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E8BACB-AEC7-46A5-A3AD-4D1BBE871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8452CCF-4A27-488A-AAF4-424933CFC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659" y="0"/>
            <a:ext cx="3493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189" y="685800"/>
            <a:ext cx="2778952" cy="5308599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Summary: Lambdas 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vs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 dirty="0">
                <a:solidFill>
                  <a:srgbClr val="FFFFFF"/>
                </a:solidFill>
              </a:rPr>
              <a:t>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85800"/>
            <a:ext cx="4427301" cy="5410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 Lambdas = tiny, fast tools</a:t>
            </a:r>
          </a:p>
          <a:p>
            <a:r>
              <a:rPr lang="en-US" dirty="0">
                <a:solidFill>
                  <a:srgbClr val="FFFFFF"/>
                </a:solidFill>
              </a:rPr>
              <a:t>- Classes = full system models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Use lambdas inside classes for small tasks, not to replace full object designs.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Lambdas save time</a:t>
            </a:r>
          </a:p>
          <a:p>
            <a:r>
              <a:t>- Great for quick transformations</a:t>
            </a:r>
          </a:p>
          <a:p>
            <a:r>
              <a:t>- Pave the way for serverless thinking</a:t>
            </a:r>
          </a:p>
          <a:p>
            <a:r>
              <a:t>- Think: Tools inside Buildings!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AD2E03"/>
      </a:dk2>
      <a:lt2>
        <a:srgbClr val="D75626"/>
      </a:lt2>
      <a:accent1>
        <a:srgbClr val="760603"/>
      </a:accent1>
      <a:accent2>
        <a:srgbClr val="FA9C1F"/>
      </a:accent2>
      <a:accent3>
        <a:srgbClr val="D9BB55"/>
      </a:accent3>
      <a:accent4>
        <a:srgbClr val="829551"/>
      </a:accent4>
      <a:accent5>
        <a:srgbClr val="58A28B"/>
      </a:accent5>
      <a:accent6>
        <a:srgbClr val="426480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4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903AAAE-3EA5-424A-B142-CC51DC1F897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</TotalTime>
  <Words>448</Words>
  <Application>Microsoft Office PowerPoint</Application>
  <PresentationFormat>On-screen Show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Slice</vt:lpstr>
      <vt:lpstr>Mastering Lambda Functions</vt:lpstr>
      <vt:lpstr>What is a Lambda?</vt:lpstr>
      <vt:lpstr>Why Use Lambdas?</vt:lpstr>
      <vt:lpstr>Cloud Perspective on Lambdas</vt:lpstr>
      <vt:lpstr>Cheat Sheet - Discount Multipliers</vt:lpstr>
      <vt:lpstr>Demo: Applying a Discount with Lambda</vt:lpstr>
      <vt:lpstr>What map() Really Does</vt:lpstr>
      <vt:lpstr>🧑‍💻 Code_A_Long: Let's Code Together!</vt:lpstr>
      <vt:lpstr>Simple Lambda Examples</vt:lpstr>
      <vt:lpstr>More Complex Lambdas</vt:lpstr>
      <vt:lpstr>Summary: Lambdas  vs  Classes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Mora</dc:creator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2025-04-28T03:09:39Z</dcterms:modified>
  <cp:category/>
</cp:coreProperties>
</file>