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423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6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4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2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1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6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9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6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62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942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76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68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97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71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05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7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8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Are Truthy and Falsy?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rPr dirty="0"/>
              <a:t>In Python, values are either considered truthy or </a:t>
            </a:r>
            <a:r>
              <a:rPr dirty="0" err="1"/>
              <a:t>falsy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rPr dirty="0"/>
              <a:t>This determines how they behave in conditions like: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rPr dirty="0"/>
              <a:t>  - if statements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rPr dirty="0"/>
              <a:t>  - while loops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rPr dirty="0"/>
              <a:t>Truthy = treated as True | </a:t>
            </a:r>
            <a:r>
              <a:rPr dirty="0" err="1"/>
              <a:t>Falsy</a:t>
            </a:r>
            <a:r>
              <a:rPr dirty="0"/>
              <a:t> = treated as False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Truthy Values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Non-zero numbers → 1, -2, 3.14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Non-empty strings → 'hello', '0'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Non-empty containers → [1], {'a': 1}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Most objects (unless defined otherwise)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Falsy Values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✖ Numbers → 0, 0.0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✖ Strings → '' (empty)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✖ Lists/Tuples → [], ()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✖ Dicts/Sets → {}, set()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✖ Special values → None,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Truthy &amp; Falsy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if []:              # Falsy → won’t run ❌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if [1, 2]:          # Truthy → runs ✅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if '':              # Falsy → won’t run ❌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if 'Python':        # Truthy → runs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 Tip: Use bool() to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bool(0)         → False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bool(1)         → True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bool('')        → False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bool('text')    → True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bool([])        → False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bool([1])       →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Summary: Truthy vs Falsy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Python auto-converts values in conditionals.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Truthy means the condition will pass.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Falsy means the condition will not pass.</a:t>
            </a:r>
          </a:p>
          <a:p>
            <a:pPr>
              <a:spcAft>
                <a:spcPts val="1000"/>
              </a:spcAft>
              <a:defRPr sz="2200">
                <a:solidFill>
                  <a:srgbClr val="282828"/>
                </a:solidFill>
              </a:defRPr>
            </a:pPr>
            <a:r>
              <a:t>✔ Use this knowledge to simplify your logic!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</TotalTime>
  <Words>254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Impact</vt:lpstr>
      <vt:lpstr>Main Event</vt:lpstr>
      <vt:lpstr>1. What Are Truthy and Falsy?</vt:lpstr>
      <vt:lpstr>2. Truthy Values ✅</vt:lpstr>
      <vt:lpstr>3. Falsy Values ❌</vt:lpstr>
      <vt:lpstr>4. Truthy &amp; Falsy in Action</vt:lpstr>
      <vt:lpstr>5. Pro Tip: Use bool() to Test</vt:lpstr>
      <vt:lpstr>6. Summary: Truthy vs Falsy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2025-04-14T03:36:57Z</dcterms:modified>
  <cp:category/>
</cp:coreProperties>
</file>