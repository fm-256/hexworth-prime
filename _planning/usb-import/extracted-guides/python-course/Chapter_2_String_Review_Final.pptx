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630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981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8084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86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86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072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83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417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5360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5267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5091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37685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5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490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998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679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983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4260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31836" y="0"/>
            <a:ext cx="51435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39954" y="1460230"/>
            <a:ext cx="2604045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697" y="629267"/>
            <a:ext cx="6939116" cy="101665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>
                <a:solidFill>
                  <a:srgbClr val="EBEBEB"/>
                </a:solidFill>
              </a:rPr>
              <a:t>Chapter 2 Review: String Formatting &amp; Methods</a:t>
            </a: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762067"/>
            <a:ext cx="9144313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6698" y="2548281"/>
            <a:ext cx="3841954" cy="3658689"/>
          </a:xfrm>
        </p:spPr>
        <p:txBody>
          <a:bodyPr>
            <a:normAutofit/>
          </a:bodyPr>
          <a:lstStyle/>
          <a:p>
            <a:endParaRPr/>
          </a:p>
          <a:p>
            <a:pPr>
              <a:spcAft>
                <a:spcPts val="800"/>
              </a:spcAft>
              <a:defRPr sz="2000"/>
            </a:pPr>
            <a:r>
              <a:t>Wrapping up key concepts before moving into Flow Control.</a:t>
            </a:r>
            <a:endParaRPr lang="en-US"/>
          </a:p>
        </p:txBody>
      </p:sp>
      <p:pic>
        <p:nvPicPr>
          <p:cNvPr id="7" name="Graphic 6" descr="Circles with Arrows">
            <a:extLst>
              <a:ext uri="{FF2B5EF4-FFF2-40B4-BE49-F238E27FC236}">
                <a16:creationId xmlns:a16="http://schemas.microsoft.com/office/drawing/2014/main" id="{8B3D01C0-820F-6697-4F5D-57C1639909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82288" y="2548281"/>
            <a:ext cx="3662018" cy="3662018"/>
          </a:xfrm>
          <a:prstGeom prst="rect">
            <a:avLst/>
          </a:prstGeom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f-Strings (Recommended)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000"/>
            </a:pPr>
            <a:r>
              <a:t>Syntax: f"Hello, {name}!"</a:t>
            </a:r>
          </a:p>
          <a:p>
            <a:pPr algn="l">
              <a:spcAft>
                <a:spcPts val="800"/>
              </a:spcAft>
              <a:defRPr sz="2000"/>
            </a:pPr>
            <a:r>
              <a:t>Automatically inserts variable values.</a:t>
            </a:r>
          </a:p>
          <a:p>
            <a:pPr algn="l">
              <a:spcAft>
                <a:spcPts val="800"/>
              </a:spcAft>
              <a:defRPr sz="2000"/>
            </a:pPr>
            <a:r>
              <a:t>Example: name = "Alice" → f"Hello, {name}" = Hello, Alice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.format()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000"/>
            </a:pPr>
            <a:r>
              <a:t>"Hello, {}".format(name)</a:t>
            </a:r>
          </a:p>
          <a:p>
            <a:pPr algn="l">
              <a:spcAft>
                <a:spcPts val="800"/>
              </a:spcAft>
              <a:defRPr sz="2000"/>
            </a:pPr>
            <a:r>
              <a:t>Works in all modern Python versions.</a:t>
            </a:r>
          </a:p>
          <a:p>
            <a:pPr algn="l">
              <a:spcAft>
                <a:spcPts val="800"/>
              </a:spcAft>
              <a:defRPr sz="2000"/>
            </a:pPr>
            <a:r>
              <a:t>Example: 'My age is {}'.format(30) → My age is 30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% Formatting (Legacy)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000"/>
            </a:pPr>
            <a:r>
              <a:t>"Hello, %s" % name</a:t>
            </a:r>
          </a:p>
          <a:p>
            <a:pPr algn="l">
              <a:spcAft>
                <a:spcPts val="800"/>
              </a:spcAft>
              <a:defRPr sz="2000"/>
            </a:pPr>
            <a:r>
              <a:t>Mostly seen in older Python code.</a:t>
            </a:r>
          </a:p>
          <a:p>
            <a:pPr algn="l">
              <a:spcAft>
                <a:spcPts val="800"/>
              </a:spcAft>
              <a:defRPr sz="2000"/>
            </a:pPr>
            <a:r>
              <a:t>Supports formatting codes like %s, %d, %.2f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String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000"/>
            </a:pPr>
            <a:r>
              <a:t>.upper(), .lower(), .title()</a:t>
            </a:r>
          </a:p>
          <a:p>
            <a:pPr algn="l">
              <a:spcAft>
                <a:spcPts val="800"/>
              </a:spcAft>
              <a:defRPr sz="2000"/>
            </a:pPr>
            <a:r>
              <a:t>.strip(), .replace(), .split(), .join()</a:t>
            </a:r>
          </a:p>
          <a:p>
            <a:pPr algn="l">
              <a:spcAft>
                <a:spcPts val="800"/>
              </a:spcAft>
              <a:defRPr sz="2000"/>
            </a:pPr>
            <a:r>
              <a:t>Used to clean, format, and manipulate text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Example: String Method Combo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000"/>
            </a:pPr>
            <a:r>
              <a:t>text = "  hello world!  "</a:t>
            </a:r>
          </a:p>
          <a:p>
            <a:pPr algn="l">
              <a:spcAft>
                <a:spcPts val="800"/>
              </a:spcAft>
              <a:defRPr sz="2000"/>
            </a:pPr>
            <a:r>
              <a:t>clean = text.strip().title().replace(" ", "_")</a:t>
            </a:r>
          </a:p>
          <a:p>
            <a:pPr algn="l">
              <a:spcAft>
                <a:spcPts val="800"/>
              </a:spcAft>
              <a:defRPr sz="2000"/>
            </a:pPr>
            <a:r>
              <a:t>Result → 'Hello_World!'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String Tools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algn="l">
              <a:spcAft>
                <a:spcPts val="800"/>
              </a:spcAft>
              <a:defRPr sz="2000"/>
            </a:pPr>
            <a:r>
              <a:t>✔ Use f-strings for readable formatting</a:t>
            </a:r>
          </a:p>
          <a:p>
            <a:pPr algn="l">
              <a:spcAft>
                <a:spcPts val="800"/>
              </a:spcAft>
              <a:defRPr sz="2000"/>
            </a:pPr>
            <a:r>
              <a:t>✔ .format() is flexible and widely supported</a:t>
            </a:r>
          </a:p>
          <a:p>
            <a:pPr algn="l">
              <a:spcAft>
                <a:spcPts val="800"/>
              </a:spcAft>
              <a:defRPr sz="2000"/>
            </a:pPr>
            <a:r>
              <a:t>✔ Know when to clean text with .strip(), .replace(), etc.</a:t>
            </a:r>
          </a:p>
          <a:p>
            <a:pPr algn="l">
              <a:spcAft>
                <a:spcPts val="800"/>
              </a:spcAft>
              <a:defRPr sz="2000"/>
            </a:pPr>
            <a:r>
              <a:t>✔ Strings are powerful for formatting output and input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</TotalTime>
  <Words>227</Words>
  <Application>Microsoft Office PowerPoint</Application>
  <PresentationFormat>On-screen Show (4:3)</PresentationFormat>
  <Paragraphs>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Wingdings 3</vt:lpstr>
      <vt:lpstr>Ion</vt:lpstr>
      <vt:lpstr>Chapter 2 Review: String Formatting &amp; Methods</vt:lpstr>
      <vt:lpstr>f-Strings (Recommended)</vt:lpstr>
      <vt:lpstr>The .format() Method</vt:lpstr>
      <vt:lpstr>% Formatting (Legacy)</vt:lpstr>
      <vt:lpstr>Common String Methods</vt:lpstr>
      <vt:lpstr>Example: String Method Combo</vt:lpstr>
      <vt:lpstr>String Tools 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Frank Mora</cp:lastModifiedBy>
  <cp:revision>2</cp:revision>
  <dcterms:created xsi:type="dcterms:W3CDTF">2013-01-27T09:14:16Z</dcterms:created>
  <dcterms:modified xsi:type="dcterms:W3CDTF">2025-04-14T04:52:51Z</dcterms:modified>
  <cp:category/>
</cp:coreProperties>
</file>