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3C2CA3-9B28-4314-A85F-C772DB2481B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98A7DD-F4ED-4BE0-8870-200C0A0A6DC4}">
      <dgm:prSet/>
      <dgm:spPr/>
      <dgm:t>
        <a:bodyPr/>
        <a:lstStyle/>
        <a:p>
          <a:r>
            <a:rPr lang="en-US"/>
            <a:t>partial() is a function from functools module.</a:t>
          </a:r>
        </a:p>
      </dgm:t>
    </dgm:pt>
    <dgm:pt modelId="{BE9F5D10-3D52-4E37-AEC1-3BA9BB545E50}" type="parTrans" cxnId="{0B3A959B-F881-4604-B681-2C9C272AD616}">
      <dgm:prSet/>
      <dgm:spPr/>
      <dgm:t>
        <a:bodyPr/>
        <a:lstStyle/>
        <a:p>
          <a:endParaRPr lang="en-US"/>
        </a:p>
      </dgm:t>
    </dgm:pt>
    <dgm:pt modelId="{C0011874-1416-411A-A435-C854FDBD91EF}" type="sibTrans" cxnId="{0B3A959B-F881-4604-B681-2C9C272AD616}">
      <dgm:prSet/>
      <dgm:spPr/>
      <dgm:t>
        <a:bodyPr/>
        <a:lstStyle/>
        <a:p>
          <a:endParaRPr lang="en-US"/>
        </a:p>
      </dgm:t>
    </dgm:pt>
    <dgm:pt modelId="{95DC6707-CB2B-4D3F-8D4F-D5B4BFBFAC4A}">
      <dgm:prSet/>
      <dgm:spPr/>
      <dgm:t>
        <a:bodyPr/>
        <a:lstStyle/>
        <a:p>
          <a:r>
            <a:rPr lang="en-US"/>
            <a:t>Used to 'pre-fill' arguments for another function.</a:t>
          </a:r>
        </a:p>
      </dgm:t>
    </dgm:pt>
    <dgm:pt modelId="{D762D73A-1C81-4DA8-A5E6-D1355C3A072A}" type="parTrans" cxnId="{E0EDC653-E678-4A5D-A755-5C96911AD471}">
      <dgm:prSet/>
      <dgm:spPr/>
      <dgm:t>
        <a:bodyPr/>
        <a:lstStyle/>
        <a:p>
          <a:endParaRPr lang="en-US"/>
        </a:p>
      </dgm:t>
    </dgm:pt>
    <dgm:pt modelId="{8CFFFDDC-04D6-4397-9A7D-E1D7E2C8AE4B}" type="sibTrans" cxnId="{E0EDC653-E678-4A5D-A755-5C96911AD471}">
      <dgm:prSet/>
      <dgm:spPr/>
      <dgm:t>
        <a:bodyPr/>
        <a:lstStyle/>
        <a:p>
          <a:endParaRPr lang="en-US"/>
        </a:p>
      </dgm:t>
    </dgm:pt>
    <dgm:pt modelId="{F18E671A-C164-4806-99F7-D1BD89BF7CF4}">
      <dgm:prSet/>
      <dgm:spPr/>
      <dgm:t>
        <a:bodyPr/>
        <a:lstStyle/>
        <a:p>
          <a:r>
            <a:rPr lang="en-US"/>
            <a:t>Creates a new function with some arguments fixed.</a:t>
          </a:r>
        </a:p>
      </dgm:t>
    </dgm:pt>
    <dgm:pt modelId="{681ACB14-1FD3-4366-903B-16E15ADAA5A7}" type="parTrans" cxnId="{C7717335-821D-46D2-9BF5-9BDAFE15C0F1}">
      <dgm:prSet/>
      <dgm:spPr/>
      <dgm:t>
        <a:bodyPr/>
        <a:lstStyle/>
        <a:p>
          <a:endParaRPr lang="en-US"/>
        </a:p>
      </dgm:t>
    </dgm:pt>
    <dgm:pt modelId="{F89E1D25-1471-4965-A9DA-88CD73D8AA49}" type="sibTrans" cxnId="{C7717335-821D-46D2-9BF5-9BDAFE15C0F1}">
      <dgm:prSet/>
      <dgm:spPr/>
      <dgm:t>
        <a:bodyPr/>
        <a:lstStyle/>
        <a:p>
          <a:endParaRPr lang="en-US"/>
        </a:p>
      </dgm:t>
    </dgm:pt>
    <dgm:pt modelId="{BF8919F3-DE5B-4D29-B371-2495BE3A906F}" type="pres">
      <dgm:prSet presAssocID="{EE3C2CA3-9B28-4314-A85F-C772DB2481B7}" presName="linear" presStyleCnt="0">
        <dgm:presLayoutVars>
          <dgm:animLvl val="lvl"/>
          <dgm:resizeHandles val="exact"/>
        </dgm:presLayoutVars>
      </dgm:prSet>
      <dgm:spPr/>
    </dgm:pt>
    <dgm:pt modelId="{C972AA77-6553-463D-8942-EE0DC37FFAB3}" type="pres">
      <dgm:prSet presAssocID="{0F98A7DD-F4ED-4BE0-8870-200C0A0A6DC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CFA8BF-A8A7-43CF-B24A-807561E9F964}" type="pres">
      <dgm:prSet presAssocID="{C0011874-1416-411A-A435-C854FDBD91EF}" presName="spacer" presStyleCnt="0"/>
      <dgm:spPr/>
    </dgm:pt>
    <dgm:pt modelId="{367B218B-DBC8-4728-A04E-119863F0D58C}" type="pres">
      <dgm:prSet presAssocID="{95DC6707-CB2B-4D3F-8D4F-D5B4BFBFAC4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8ADDF3A-77FA-4E1C-8C59-98F51BD84101}" type="pres">
      <dgm:prSet presAssocID="{8CFFFDDC-04D6-4397-9A7D-E1D7E2C8AE4B}" presName="spacer" presStyleCnt="0"/>
      <dgm:spPr/>
    </dgm:pt>
    <dgm:pt modelId="{7098A21F-701D-4DBE-8435-ECBDAF6B1F66}" type="pres">
      <dgm:prSet presAssocID="{F18E671A-C164-4806-99F7-D1BD89BF7CF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999D525-579E-40B1-9468-8BA47AF7AEE2}" type="presOf" srcId="{EE3C2CA3-9B28-4314-A85F-C772DB2481B7}" destId="{BF8919F3-DE5B-4D29-B371-2495BE3A906F}" srcOrd="0" destOrd="0" presId="urn:microsoft.com/office/officeart/2005/8/layout/vList2"/>
    <dgm:cxn modelId="{F85B8427-07D3-4352-B901-A01CE21CBB40}" type="presOf" srcId="{F18E671A-C164-4806-99F7-D1BD89BF7CF4}" destId="{7098A21F-701D-4DBE-8435-ECBDAF6B1F66}" srcOrd="0" destOrd="0" presId="urn:microsoft.com/office/officeart/2005/8/layout/vList2"/>
    <dgm:cxn modelId="{C7717335-821D-46D2-9BF5-9BDAFE15C0F1}" srcId="{EE3C2CA3-9B28-4314-A85F-C772DB2481B7}" destId="{F18E671A-C164-4806-99F7-D1BD89BF7CF4}" srcOrd="2" destOrd="0" parTransId="{681ACB14-1FD3-4366-903B-16E15ADAA5A7}" sibTransId="{F89E1D25-1471-4965-A9DA-88CD73D8AA49}"/>
    <dgm:cxn modelId="{E0EDC653-E678-4A5D-A755-5C96911AD471}" srcId="{EE3C2CA3-9B28-4314-A85F-C772DB2481B7}" destId="{95DC6707-CB2B-4D3F-8D4F-D5B4BFBFAC4A}" srcOrd="1" destOrd="0" parTransId="{D762D73A-1C81-4DA8-A5E6-D1355C3A072A}" sibTransId="{8CFFFDDC-04D6-4397-9A7D-E1D7E2C8AE4B}"/>
    <dgm:cxn modelId="{4284039A-F761-40D7-97A4-635C4A7C5847}" type="presOf" srcId="{0F98A7DD-F4ED-4BE0-8870-200C0A0A6DC4}" destId="{C972AA77-6553-463D-8942-EE0DC37FFAB3}" srcOrd="0" destOrd="0" presId="urn:microsoft.com/office/officeart/2005/8/layout/vList2"/>
    <dgm:cxn modelId="{0B3A959B-F881-4604-B681-2C9C272AD616}" srcId="{EE3C2CA3-9B28-4314-A85F-C772DB2481B7}" destId="{0F98A7DD-F4ED-4BE0-8870-200C0A0A6DC4}" srcOrd="0" destOrd="0" parTransId="{BE9F5D10-3D52-4E37-AEC1-3BA9BB545E50}" sibTransId="{C0011874-1416-411A-A435-C854FDBD91EF}"/>
    <dgm:cxn modelId="{042A56AA-766D-43D5-823A-511AE221270A}" type="presOf" srcId="{95DC6707-CB2B-4D3F-8D4F-D5B4BFBFAC4A}" destId="{367B218B-DBC8-4728-A04E-119863F0D58C}" srcOrd="0" destOrd="0" presId="urn:microsoft.com/office/officeart/2005/8/layout/vList2"/>
    <dgm:cxn modelId="{CE0599EA-B335-4AC3-8986-39C3FDB5F2F3}" type="presParOf" srcId="{BF8919F3-DE5B-4D29-B371-2495BE3A906F}" destId="{C972AA77-6553-463D-8942-EE0DC37FFAB3}" srcOrd="0" destOrd="0" presId="urn:microsoft.com/office/officeart/2005/8/layout/vList2"/>
    <dgm:cxn modelId="{721879A8-1AB4-43D3-8E09-19E601A101A5}" type="presParOf" srcId="{BF8919F3-DE5B-4D29-B371-2495BE3A906F}" destId="{18CFA8BF-A8A7-43CF-B24A-807561E9F964}" srcOrd="1" destOrd="0" presId="urn:microsoft.com/office/officeart/2005/8/layout/vList2"/>
    <dgm:cxn modelId="{386656F7-7106-4074-BD65-CEBBBD46E626}" type="presParOf" srcId="{BF8919F3-DE5B-4D29-B371-2495BE3A906F}" destId="{367B218B-DBC8-4728-A04E-119863F0D58C}" srcOrd="2" destOrd="0" presId="urn:microsoft.com/office/officeart/2005/8/layout/vList2"/>
    <dgm:cxn modelId="{2B568A66-949D-4807-975D-ADCE58F1A030}" type="presParOf" srcId="{BF8919F3-DE5B-4D29-B371-2495BE3A906F}" destId="{58ADDF3A-77FA-4E1C-8C59-98F51BD84101}" srcOrd="3" destOrd="0" presId="urn:microsoft.com/office/officeart/2005/8/layout/vList2"/>
    <dgm:cxn modelId="{05C0CD31-D1A9-4946-AFB3-F7A7941BE47E}" type="presParOf" srcId="{BF8919F3-DE5B-4D29-B371-2495BE3A906F}" destId="{7098A21F-701D-4DBE-8435-ECBDAF6B1F6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72AA77-6553-463D-8942-EE0DC37FFAB3}">
      <dsp:nvSpPr>
        <dsp:cNvPr id="0" name=""/>
        <dsp:cNvSpPr/>
      </dsp:nvSpPr>
      <dsp:spPr>
        <a:xfrm>
          <a:off x="0" y="19615"/>
          <a:ext cx="4793456" cy="16782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partial() is a function from functools module.</a:t>
          </a:r>
        </a:p>
      </dsp:txBody>
      <dsp:txXfrm>
        <a:off x="81924" y="101539"/>
        <a:ext cx="4629608" cy="1514370"/>
      </dsp:txXfrm>
    </dsp:sp>
    <dsp:sp modelId="{367B218B-DBC8-4728-A04E-119863F0D58C}">
      <dsp:nvSpPr>
        <dsp:cNvPr id="0" name=""/>
        <dsp:cNvSpPr/>
      </dsp:nvSpPr>
      <dsp:spPr>
        <a:xfrm>
          <a:off x="0" y="1784234"/>
          <a:ext cx="4793456" cy="1678218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Used to 'pre-fill' arguments for another function.</a:t>
          </a:r>
        </a:p>
      </dsp:txBody>
      <dsp:txXfrm>
        <a:off x="81924" y="1866158"/>
        <a:ext cx="4629608" cy="1514370"/>
      </dsp:txXfrm>
    </dsp:sp>
    <dsp:sp modelId="{7098A21F-701D-4DBE-8435-ECBDAF6B1F66}">
      <dsp:nvSpPr>
        <dsp:cNvPr id="0" name=""/>
        <dsp:cNvSpPr/>
      </dsp:nvSpPr>
      <dsp:spPr>
        <a:xfrm>
          <a:off x="0" y="3548852"/>
          <a:ext cx="4793456" cy="1678218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Creates a new function with some arguments fixed.</a:t>
          </a:r>
        </a:p>
      </dsp:txBody>
      <dsp:txXfrm>
        <a:off x="81924" y="3630776"/>
        <a:ext cx="4629608" cy="1514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0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5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5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6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0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407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78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11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23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2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08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09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98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90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7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38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What is partial()?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67DFED-87FA-95F0-5813-5476EC514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883412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partial()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from functools import partial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def multiply(x, y): return x * y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double = partial(multiply, 2) → double(5) returns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for partial()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Avoid repeating common arguments in your code.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Simplify callbacks in GUIs or APIs.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Make functions easier to reuse.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Great for creating configuration presets.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Reusing with Fixed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def greet(name, punctuation):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    print(f"Hello {name}{punctuation}")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exclaim = partial(greet, punctuation="!")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exclaim("Alice") → Hello Alice!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with partial()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607265" cy="3530600"/>
          </a:xfrm>
        </p:spPr>
        <p:txBody>
          <a:bodyPr/>
          <a:lstStyle/>
          <a:p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Use when working with functions that take many arguments.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Helps with readability and DRY (Don't Repeat Yourself) coding.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Use keyword arguments for clarity.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Can be nested or reused for modularity.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186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What is partial()?</vt:lpstr>
      <vt:lpstr>How partial() Works</vt:lpstr>
      <vt:lpstr>Use Cases for partial()</vt:lpstr>
      <vt:lpstr>Example: Reusing with Fixed Parameters</vt:lpstr>
      <vt:lpstr>Best Practices with partial()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2025-04-17T03:53:39Z</dcterms:modified>
  <cp:category/>
</cp:coreProperties>
</file>