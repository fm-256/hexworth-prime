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8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0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50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40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95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1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24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5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4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3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5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09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5753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62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4802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73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36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8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63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ink scheduled pillbox">
            <a:extLst>
              <a:ext uri="{FF2B5EF4-FFF2-40B4-BE49-F238E27FC236}">
                <a16:creationId xmlns:a16="http://schemas.microsoft.com/office/drawing/2014/main" id="{DD9D8829-F45C-A174-907F-4C69287299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7548" r="3450" b="-1"/>
          <a:stretch/>
        </p:blipFill>
        <p:spPr>
          <a:xfrm>
            <a:off x="2380" y="10"/>
            <a:ext cx="914400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6400800" cy="1507067"/>
          </a:xfrm>
        </p:spPr>
        <p:txBody>
          <a:bodyPr>
            <a:normAutofit/>
          </a:bodyPr>
          <a:lstStyle/>
          <a:p>
            <a:r>
              <a:rPr lang="en-US"/>
              <a:t>5.1 - Introduction to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1179" y="-158436"/>
            <a:ext cx="6400800" cy="3615267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dirty="0">
                <a:solidFill>
                  <a:schemeClr val="tx1"/>
                </a:solidFill>
              </a:rPr>
              <a:t>Think of a collection as a container for values.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dirty="0">
                <a:solidFill>
                  <a:schemeClr val="tx1"/>
                </a:solidFill>
              </a:rPr>
              <a:t>You can store multiple values in one variable.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dirty="0">
                <a:solidFill>
                  <a:schemeClr val="tx1"/>
                </a:solidFill>
              </a:rPr>
              <a:t>Types: Lists, Tuples, Sets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dirty="0">
                <a:solidFill>
                  <a:schemeClr val="tx1"/>
                </a:solidFill>
              </a:rPr>
              <a:t>Use case: storing groceries, users, grades, etc.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5.2 - Lists: Creation and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my_list = [10, 20, 30]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Access with index: my_list[0] → 10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Negative index: my_list[-1] → last item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Lists are ordered and mutable (can be changed)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5.3 - List Methods and Looping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Common methods: .append(), .remove(), .sort(), .reverse()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Looping: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for item in my_list: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print(item)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len(my_list) to get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5.4 - Tuples: Immutable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Tuples use () instead of []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Example: my_tuple = (1, 2, 3)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Tuples are like lists but cannot be changed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Good for fixed data: coordinates, settings,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5.5 - Sets: Unique and Unordered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Sets use {} or set()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No duplicates, unordered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Example: my_set = {1, 2, 2, 3} → {1, 2, 3}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Useful for removing duplicates or checking membership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5.6 - Converting Between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list(), tuple(), set() can convert collections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list('abc') → ['a', 'b', 'c']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set([1, 2, 2]) → {1, 2}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tuple([1, 2]) → (1, 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5.7 - Membership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in/not in to check if value exists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'apple' in ['apple', 'banana'] → True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3 not in (1, 2, 4) → True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Sets are optimized for fast membership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5.8 - Project Lab: Student Roster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Create a program to manage a class roster: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Add/remove students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View current list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Prevent duplicates using a set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functions and a looped menu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9448D9-8F1D-4CFE-93BA-E0272F0D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5657850" cy="1507067"/>
          </a:xfrm>
        </p:spPr>
        <p:txBody>
          <a:bodyPr>
            <a:normAutofit/>
          </a:bodyPr>
          <a:lstStyle/>
          <a:p>
            <a:r>
              <a:t>5.9 - Review and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8" y="685800"/>
            <a:ext cx="5619853" cy="3615267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What’s the difference between a list and a tuple?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What does set([1,2,2,3]) return?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Challenge: Write a program to track a set of favorite foods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Let the user add/remove foods and print the final list</a:t>
            </a:r>
            <a:endParaRPr lang="en-US"/>
          </a:p>
        </p:txBody>
      </p:sp>
      <p:pic>
        <p:nvPicPr>
          <p:cNvPr id="5" name="Picture 4" descr="Assorted vegetables and fruits">
            <a:extLst>
              <a:ext uri="{FF2B5EF4-FFF2-40B4-BE49-F238E27FC236}">
                <a16:creationId xmlns:a16="http://schemas.microsoft.com/office/drawing/2014/main" id="{50AC94E4-34B7-F2C2-A702-2FDB5A803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36" r="31553" b="-1"/>
          <a:stretch/>
        </p:blipFill>
        <p:spPr>
          <a:xfrm>
            <a:off x="6615452" y="10"/>
            <a:ext cx="2528548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4749DEA-AC6C-4834-A330-03A1796B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0CBC5D1-BAF0-454E-9D7C-68370AA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BB9F45-32F7-4915-A94F-F1E34B32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4EA6F09-00FD-4C50-A2DF-D0B1CC4C9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8B975B-2618-4734-A401-FAB74519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EF4B123-0577-4F10-986B-6BD86396A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</TotalTime>
  <Words>414</Words>
  <Application>Microsoft Office PowerPoint</Application>
  <PresentationFormat>On-screen Show (4:3)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Slice</vt:lpstr>
      <vt:lpstr>5.1 - Introduction to Collections</vt:lpstr>
      <vt:lpstr>5.2 - Lists: Creation and Indexing</vt:lpstr>
      <vt:lpstr>5.3 - List Methods and Looping</vt:lpstr>
      <vt:lpstr>5.4 - Tuples: Immutable Lists</vt:lpstr>
      <vt:lpstr>5.5 - Sets: Unique and Unordered</vt:lpstr>
      <vt:lpstr>5.6 - Converting Between Types</vt:lpstr>
      <vt:lpstr>5.7 - Membership Tests</vt:lpstr>
      <vt:lpstr>5.8 - Project Lab: Student Roster System</vt:lpstr>
      <vt:lpstr>5.9 - Review and Challenge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2025-04-16T21:16:46Z</dcterms:modified>
  <cp:category/>
</cp:coreProperties>
</file>