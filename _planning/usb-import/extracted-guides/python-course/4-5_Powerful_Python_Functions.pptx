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6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126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03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064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761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16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72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16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475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77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422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117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5575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3454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1273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3759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5973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45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7827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403C7F-76AE-4587-92A2-D4E41EBE6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3934" y="4487332"/>
            <a:ext cx="4220368" cy="1507067"/>
          </a:xfrm>
        </p:spPr>
        <p:txBody>
          <a:bodyPr>
            <a:normAutofit/>
          </a:bodyPr>
          <a:lstStyle/>
          <a:p>
            <a:r>
              <a:rPr dirty="0"/>
              <a:t>5 Powerful Python Functions</a:t>
            </a:r>
          </a:p>
        </p:txBody>
      </p:sp>
      <p:pic>
        <p:nvPicPr>
          <p:cNvPr id="5" name="Picture 4" descr="Closeup of a keyboard">
            <a:extLst>
              <a:ext uri="{FF2B5EF4-FFF2-40B4-BE49-F238E27FC236}">
                <a16:creationId xmlns:a16="http://schemas.microsoft.com/office/drawing/2014/main" id="{5E07C98C-3C13-48D2-2AE4-5AD076914B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75" r="47627" b="1"/>
          <a:stretch/>
        </p:blipFill>
        <p:spPr>
          <a:xfrm>
            <a:off x="623" y="10"/>
            <a:ext cx="2626519" cy="6857990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3459" y="685800"/>
            <a:ext cx="4969554" cy="3615267"/>
          </a:xfrm>
        </p:spPr>
        <p:txBody>
          <a:bodyPr>
            <a:normAutofit/>
          </a:bodyPr>
          <a:lstStyle/>
          <a:p>
            <a:endParaRPr/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Explore 5 built-in or standard library functions in Python.</a:t>
            </a:r>
            <a:endParaRPr lang="en-US"/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These functions can make your code more dynamic, reusable, and efficient.</a:t>
            </a:r>
            <a:endParaRPr lang="en-US"/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Covered: exec, partial, permutations/combinations, random selection, file dialog.</a:t>
            </a:r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6C71778-3DDA-4748-AEBB-2A4B75016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A1F5C7D-5183-424E-BD72-BBFC59C5A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848F76E-D8DE-4826-901B-4E4090240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AE84420-E672-4A16-8384-42BDDC4A9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44D91EB-FA8D-4FD3-88F8-053F9962B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56B711F-46BD-4789-926C-CF2F01F71D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Runs Python code from a string: exec("print('Hello')")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Can dynamically execute code from text or files.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Be careful: Never use with untrusted input (security risk).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Use for scripting engines or code generation.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partial() from functools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Create a new version of a function with some arguments pre-filled.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Useful when you reuse a function with repeated values.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from functools import partial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partial(func, fixed_args) → simpler calls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Reduces repetition and improves readability.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3. permutations() &amp; combinations() from itertools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Generate orderings or combinations of items.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permutations(['a', 'b']) → ('a','b'), ('b','a')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combinations_with_replacement(['a','b'], 2) → allows repeat values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Helps with logic, testing, simulations, probability.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choice(), choices(), sample() from random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choice(list) → select one item randomly.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choices(list, k=n) → pick n items (duplicates allowed).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sample(list, k=n) → pick n unique items.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Great for raffles, games, randomized testing.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askopenfilename() from tkinter.filedialog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Opens a system file browser GUI to pick a file.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Returns the full file path as a string.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Supports filters like (*.pdf, *.mp3), default folder, and title.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from tkinter.filedialog import askopenfilename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&amp;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✔ exec() – executes dynamic code (use with caution)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✔ partial() – pre-fill arguments to reuse functions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✔ itertools – powerful for logic and combinations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✔ random – simulate selections and draws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✔ tkinter file dialog – GUI for file input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Experiment and explore these to sharpen your skills!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2216</TotalTime>
  <Words>363</Words>
  <Application>Microsoft Office PowerPoint</Application>
  <PresentationFormat>On-screen Show (4:3)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Slice</vt:lpstr>
      <vt:lpstr>5 Powerful Python Functions</vt:lpstr>
      <vt:lpstr>1. exec()</vt:lpstr>
      <vt:lpstr>2. partial() from functools</vt:lpstr>
      <vt:lpstr>3. permutations() &amp; combinations() from itertools</vt:lpstr>
      <vt:lpstr>4. choice(), choices(), sample() from random</vt:lpstr>
      <vt:lpstr>5. askopenfilename() from tkinter.filedialog</vt:lpstr>
      <vt:lpstr>Recap &amp;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Mora</cp:lastModifiedBy>
  <cp:revision>2</cp:revision>
  <dcterms:created xsi:type="dcterms:W3CDTF">2013-01-27T09:14:16Z</dcterms:created>
  <dcterms:modified xsi:type="dcterms:W3CDTF">2025-04-18T16:10:37Z</dcterms:modified>
  <cp:category/>
</cp:coreProperties>
</file>